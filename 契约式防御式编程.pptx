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62.xml" ContentType="application/vnd.openxmlformats-officedocument.presentationml.tags+xml"/>
  <Override PartName="/ppt/notesSlides/notesSlide1.xml" ContentType="application/vnd.openxmlformats-officedocument.presentationml.notesSlide+xml"/>
  <Override PartName="/ppt/tags/tag63.xml" ContentType="application/vnd.openxmlformats-officedocument.presentationml.tags+xml"/>
  <Override PartName="/ppt/notesSlides/notesSlide2.xml" ContentType="application/vnd.openxmlformats-officedocument.presentationml.notesSlide+xml"/>
  <Override PartName="/ppt/tags/tag64.xml" ContentType="application/vnd.openxmlformats-officedocument.presentationml.tags+xml"/>
  <Override PartName="/ppt/notesSlides/notesSlide3.xml" ContentType="application/vnd.openxmlformats-officedocument.presentationml.notesSlide+xml"/>
  <Override PartName="/ppt/tags/tag65.xml" ContentType="application/vnd.openxmlformats-officedocument.presentationml.tags+xml"/>
  <Override PartName="/ppt/notesSlides/notesSlide4.xml" ContentType="application/vnd.openxmlformats-officedocument.presentationml.notesSlide+xml"/>
  <Override PartName="/ppt/tags/tag66.xml" ContentType="application/vnd.openxmlformats-officedocument.presentationml.tags+xml"/>
  <Override PartName="/ppt/notesSlides/notesSlide5.xml" ContentType="application/vnd.openxmlformats-officedocument.presentationml.notesSlide+xml"/>
  <Override PartName="/ppt/tags/tag67.xml" ContentType="application/vnd.openxmlformats-officedocument.presentationml.tags+xml"/>
  <Override PartName="/ppt/notesSlides/notesSlide6.xml" ContentType="application/vnd.openxmlformats-officedocument.presentationml.notesSlide+xml"/>
  <Override PartName="/ppt/tags/tag68.xml" ContentType="application/vnd.openxmlformats-officedocument.presentationml.tags+xml"/>
  <Override PartName="/ppt/notesSlides/notesSlide7.xml" ContentType="application/vnd.openxmlformats-officedocument.presentationml.notesSlide+xml"/>
  <Override PartName="/ppt/tags/tag69.xml" ContentType="application/vnd.openxmlformats-officedocument.presentationml.tags+xml"/>
  <Override PartName="/ppt/notesSlides/notesSlide8.xml" ContentType="application/vnd.openxmlformats-officedocument.presentationml.notesSlide+xml"/>
  <Override PartName="/ppt/tags/tag70.xml" ContentType="application/vnd.openxmlformats-officedocument.presentationml.tags+xml"/>
  <Override PartName="/ppt/notesSlides/notesSlide9.xml" ContentType="application/vnd.openxmlformats-officedocument.presentationml.notesSlide+xml"/>
  <Override PartName="/ppt/tags/tag71.xml" ContentType="application/vnd.openxmlformats-officedocument.presentationml.tags+xml"/>
  <Override PartName="/ppt/notesSlides/notesSlide10.xml" ContentType="application/vnd.openxmlformats-officedocument.presentationml.notesSlide+xml"/>
  <Override PartName="/ppt/tags/tag72.xml" ContentType="application/vnd.openxmlformats-officedocument.presentationml.tags+xml"/>
  <Override PartName="/ppt/notesSlides/notesSlide11.xml" ContentType="application/vnd.openxmlformats-officedocument.presentationml.notesSlide+xml"/>
  <Override PartName="/ppt/tags/tag73.xml" ContentType="application/vnd.openxmlformats-officedocument.presentationml.tags+xml"/>
  <Override PartName="/ppt/notesSlides/notesSlide12.xml" ContentType="application/vnd.openxmlformats-officedocument.presentationml.notesSlide+xml"/>
  <Override PartName="/ppt/tags/tag74.xml" ContentType="application/vnd.openxmlformats-officedocument.presentationml.tags+xml"/>
  <Override PartName="/ppt/notesSlides/notesSlide13.xml" ContentType="application/vnd.openxmlformats-officedocument.presentationml.notesSlide+xml"/>
  <Override PartName="/ppt/tags/tag75.xml" ContentType="application/vnd.openxmlformats-officedocument.presentationml.tags+xml"/>
  <Override PartName="/ppt/notesSlides/notesSlide14.xml" ContentType="application/vnd.openxmlformats-officedocument.presentationml.notesSlide+xml"/>
  <Override PartName="/ppt/tags/tag76.xml" ContentType="application/vnd.openxmlformats-officedocument.presentationml.tags+xml"/>
  <Override PartName="/ppt/notesSlides/notesSlide15.xml" ContentType="application/vnd.openxmlformats-officedocument.presentationml.notesSlide+xml"/>
  <Override PartName="/ppt/tags/tag77.xml" ContentType="application/vnd.openxmlformats-officedocument.presentationml.tags+xml"/>
  <Override PartName="/ppt/notesSlides/notesSlide16.xml" ContentType="application/vnd.openxmlformats-officedocument.presentationml.notesSlide+xml"/>
  <Override PartName="/ppt/tags/tag78.xml" ContentType="application/vnd.openxmlformats-officedocument.presentationml.tags+xml"/>
  <Override PartName="/ppt/notesSlides/notesSlide17.xml" ContentType="application/vnd.openxmlformats-officedocument.presentationml.notesSlide+xml"/>
  <Override PartName="/ppt/tags/tag79.xml" ContentType="application/vnd.openxmlformats-officedocument.presentationml.tags+xml"/>
  <Override PartName="/ppt/notesSlides/notesSlide18.xml" ContentType="application/vnd.openxmlformats-officedocument.presentationml.notesSlide+xml"/>
  <Override PartName="/ppt/tags/tag80.xml" ContentType="application/vnd.openxmlformats-officedocument.presentationml.tags+xml"/>
  <Override PartName="/ppt/notesSlides/notesSlide19.xml" ContentType="application/vnd.openxmlformats-officedocument.presentationml.notesSlide+xml"/>
  <Override PartName="/ppt/tags/tag81.xml" ContentType="application/vnd.openxmlformats-officedocument.presentationml.tags+xml"/>
  <Override PartName="/ppt/notesSlides/notesSlide20.xml" ContentType="application/vnd.openxmlformats-officedocument.presentationml.notesSlide+xml"/>
  <Override PartName="/ppt/tags/tag82.xml" ContentType="application/vnd.openxmlformats-officedocument.presentationml.tags+xml"/>
  <Override PartName="/ppt/notesSlides/notesSlide21.xml" ContentType="application/vnd.openxmlformats-officedocument.presentationml.notesSlide+xml"/>
  <Override PartName="/ppt/tags/tag83.xml" ContentType="application/vnd.openxmlformats-officedocument.presentationml.tags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61" r:id="rId2"/>
    <p:sldId id="262" r:id="rId3"/>
    <p:sldId id="256" r:id="rId4"/>
    <p:sldId id="267" r:id="rId5"/>
    <p:sldId id="263" r:id="rId6"/>
    <p:sldId id="278" r:id="rId7"/>
    <p:sldId id="280" r:id="rId8"/>
    <p:sldId id="281" r:id="rId9"/>
    <p:sldId id="268" r:id="rId10"/>
    <p:sldId id="282" r:id="rId11"/>
    <p:sldId id="283" r:id="rId12"/>
    <p:sldId id="284" r:id="rId13"/>
    <p:sldId id="264" r:id="rId14"/>
    <p:sldId id="285" r:id="rId15"/>
    <p:sldId id="293" r:id="rId16"/>
    <p:sldId id="265" r:id="rId17"/>
    <p:sldId id="289" r:id="rId18"/>
    <p:sldId id="290" r:id="rId19"/>
    <p:sldId id="294" r:id="rId20"/>
    <p:sldId id="292" r:id="rId21"/>
    <p:sldId id="291" r:id="rId22"/>
    <p:sldId id="260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596979"/>
    <a:srgbClr val="8595A5"/>
    <a:srgbClr val="675776"/>
    <a:srgbClr val="EFE9F7"/>
    <a:srgbClr val="ECCAD3"/>
    <a:srgbClr val="E3958D"/>
    <a:srgbClr val="C2CCD8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73" y="73"/>
      </p:cViewPr>
      <p:guideLst>
        <p:guide orient="horz" pos="2183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2022/5/19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  <a:t>2022/5/19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57037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5836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4209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3880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32364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02009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5190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24421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2446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004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4793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06645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35674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669882" y="25882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669882" y="3566160"/>
            <a:ext cx="10852237" cy="950984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2022/5/19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2" y="1296000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3808730"/>
            <a:ext cx="10852237" cy="624845"/>
          </a:xfr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69925" y="4511675"/>
            <a:ext cx="10852237" cy="1077985"/>
          </a:xfr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8877" y="1296000"/>
            <a:ext cx="5283242" cy="5040000"/>
          </a:xfr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2022/5/19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69930" y="1296000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69925" y="1789043"/>
            <a:ext cx="5283200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296000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789043"/>
            <a:ext cx="5283242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2022/5/19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2022/5/19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2022/5/19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238925" y="1296000"/>
            <a:ext cx="5283242" cy="50400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2022/5/19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2022/5/19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69930" y="952508"/>
            <a:ext cx="10852237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2022/5/19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69882" y="2588281"/>
            <a:ext cx="10852237" cy="899167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595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69882" y="1296000"/>
            <a:ext cx="10852237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2022/5/19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2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5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6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7.xml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8.xml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9.xml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0.xml"/><Relationship Id="rId6" Type="http://schemas.openxmlformats.org/officeDocument/2006/relationships/image" Target="../media/image13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1.xml"/><Relationship Id="rId6" Type="http://schemas.openxmlformats.org/officeDocument/2006/relationships/image" Target="../media/image15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2.xml"/><Relationship Id="rId6" Type="http://schemas.openxmlformats.org/officeDocument/2006/relationships/image" Target="../media/image16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3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4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5.xml"/><Relationship Id="rId6" Type="http://schemas.openxmlformats.org/officeDocument/2006/relationships/image" Target="../media/image17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6.xml"/><Relationship Id="rId6" Type="http://schemas.openxmlformats.org/officeDocument/2006/relationships/image" Target="../media/image10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8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9.xml"/><Relationship Id="rId5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0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1.xml"/><Relationship Id="rId5" Type="http://schemas.openxmlformats.org/officeDocument/2006/relationships/image" Target="../media/image19.pn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2.xml"/><Relationship Id="rId5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3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2136000" y="1089000"/>
            <a:ext cx="7920000" cy="4680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 descr="3635311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88605" y="436245"/>
            <a:ext cx="2502535" cy="2502535"/>
          </a:xfrm>
          <a:prstGeom prst="rect">
            <a:avLst/>
          </a:prstGeom>
          <a:effectLst>
            <a:outerShdw blurRad="50800" dist="38100" dir="18900000" algn="b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</p:pic>
      <p:pic>
        <p:nvPicPr>
          <p:cNvPr id="7" name="图片 6" descr="3635245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16050" y="3298190"/>
            <a:ext cx="2299970" cy="2681605"/>
          </a:xfrm>
          <a:prstGeom prst="rect">
            <a:avLst/>
          </a:prstGeom>
          <a:effectLst>
            <a:outerShdw blurRad="50800" dist="38100" dir="18900000" algn="b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</p:pic>
      <p:sp>
        <p:nvSpPr>
          <p:cNvPr id="16" name="文本框 15"/>
          <p:cNvSpPr txBox="1"/>
          <p:nvPr/>
        </p:nvSpPr>
        <p:spPr>
          <a:xfrm>
            <a:off x="3166110" y="2999105"/>
            <a:ext cx="1491615" cy="8604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R="0" algn="dist" defTabSz="685800" ea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3200" b="1" noProof="0" dirty="0">
                <a:solidFill>
                  <a:srgbClr val="5969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目 录</a:t>
            </a:r>
            <a:endParaRPr kumimoji="0" lang="zh-CN" kern="1200" cap="none" spc="0" normalizeH="0" baseline="0" noProof="0" dirty="0">
              <a:solidFill>
                <a:srgbClr val="5969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algn="dist" defTabSz="685800" ea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rgbClr val="5969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CONTENTS</a:t>
            </a:r>
          </a:p>
        </p:txBody>
      </p:sp>
      <p:grpSp>
        <p:nvGrpSpPr>
          <p:cNvPr id="59" name="组合 58"/>
          <p:cNvGrpSpPr/>
          <p:nvPr/>
        </p:nvGrpSpPr>
        <p:grpSpPr>
          <a:xfrm>
            <a:off x="5748020" y="1925320"/>
            <a:ext cx="3703320" cy="3007360"/>
            <a:chOff x="8632" y="3331"/>
            <a:chExt cx="5832" cy="4736"/>
          </a:xfrm>
        </p:grpSpPr>
        <p:grpSp>
          <p:nvGrpSpPr>
            <p:cNvPr id="17" name="组合 16"/>
            <p:cNvGrpSpPr/>
            <p:nvPr/>
          </p:nvGrpSpPr>
          <p:grpSpPr>
            <a:xfrm>
              <a:off x="8632" y="3331"/>
              <a:ext cx="5832" cy="964"/>
              <a:chOff x="8824" y="3118"/>
              <a:chExt cx="5832" cy="964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824" y="3118"/>
                <a:ext cx="964" cy="964"/>
              </a:xfrm>
              <a:prstGeom prst="ellipse">
                <a:avLst/>
              </a:prstGeom>
              <a:solidFill>
                <a:srgbClr val="8595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01</a:t>
                </a:r>
              </a:p>
            </p:txBody>
          </p:sp>
          <p:sp>
            <p:nvSpPr>
              <p:cNvPr id="19" name="文本框 18"/>
              <p:cNvSpPr txBox="1"/>
              <p:nvPr/>
            </p:nvSpPr>
            <p:spPr>
              <a:xfrm>
                <a:off x="9996" y="3310"/>
                <a:ext cx="4660" cy="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solidFill>
                      <a:srgbClr val="596979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契约式编程</a:t>
                </a:r>
              </a:p>
            </p:txBody>
          </p:sp>
        </p:grpSp>
        <p:grpSp>
          <p:nvGrpSpPr>
            <p:cNvPr id="50" name="组合 49"/>
            <p:cNvGrpSpPr/>
            <p:nvPr/>
          </p:nvGrpSpPr>
          <p:grpSpPr>
            <a:xfrm>
              <a:off x="8632" y="4582"/>
              <a:ext cx="5832" cy="964"/>
              <a:chOff x="8824" y="3118"/>
              <a:chExt cx="5832" cy="964"/>
            </a:xfrm>
          </p:grpSpPr>
          <p:sp>
            <p:nvSpPr>
              <p:cNvPr id="51" name="椭圆 50"/>
              <p:cNvSpPr/>
              <p:nvPr/>
            </p:nvSpPr>
            <p:spPr>
              <a:xfrm>
                <a:off x="8824" y="3118"/>
                <a:ext cx="964" cy="964"/>
              </a:xfrm>
              <a:prstGeom prst="ellipse">
                <a:avLst/>
              </a:prstGeom>
              <a:solidFill>
                <a:srgbClr val="8595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02</a:t>
                </a:r>
              </a:p>
            </p:txBody>
          </p:sp>
          <p:sp>
            <p:nvSpPr>
              <p:cNvPr id="52" name="文本框 51"/>
              <p:cNvSpPr txBox="1"/>
              <p:nvPr/>
            </p:nvSpPr>
            <p:spPr>
              <a:xfrm>
                <a:off x="9996" y="3310"/>
                <a:ext cx="4660" cy="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solidFill>
                      <a:srgbClr val="596979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契约式编程的重点和原则</a:t>
                </a:r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8632" y="5846"/>
              <a:ext cx="5832" cy="964"/>
              <a:chOff x="8824" y="3118"/>
              <a:chExt cx="5832" cy="964"/>
            </a:xfrm>
          </p:grpSpPr>
          <p:sp>
            <p:nvSpPr>
              <p:cNvPr id="54" name="椭圆 53"/>
              <p:cNvSpPr/>
              <p:nvPr/>
            </p:nvSpPr>
            <p:spPr>
              <a:xfrm>
                <a:off x="8824" y="3118"/>
                <a:ext cx="964" cy="964"/>
              </a:xfrm>
              <a:prstGeom prst="ellipse">
                <a:avLst/>
              </a:prstGeom>
              <a:solidFill>
                <a:srgbClr val="8595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03</a:t>
                </a:r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9996" y="3310"/>
                <a:ext cx="4660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solidFill>
                      <a:srgbClr val="596979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防御式编程</a:t>
                </a:r>
              </a:p>
            </p:txBody>
          </p:sp>
        </p:grpSp>
        <p:grpSp>
          <p:nvGrpSpPr>
            <p:cNvPr id="56" name="组合 55"/>
            <p:cNvGrpSpPr/>
            <p:nvPr/>
          </p:nvGrpSpPr>
          <p:grpSpPr>
            <a:xfrm>
              <a:off x="8632" y="7103"/>
              <a:ext cx="5832" cy="964"/>
              <a:chOff x="8824" y="3118"/>
              <a:chExt cx="5832" cy="964"/>
            </a:xfrm>
          </p:grpSpPr>
          <p:sp>
            <p:nvSpPr>
              <p:cNvPr id="57" name="椭圆 56"/>
              <p:cNvSpPr/>
              <p:nvPr/>
            </p:nvSpPr>
            <p:spPr>
              <a:xfrm>
                <a:off x="8824" y="3118"/>
                <a:ext cx="964" cy="964"/>
              </a:xfrm>
              <a:prstGeom prst="ellipse">
                <a:avLst/>
              </a:prstGeom>
              <a:solidFill>
                <a:srgbClr val="8595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04</a:t>
                </a:r>
              </a:p>
            </p:txBody>
          </p:sp>
          <p:sp>
            <p:nvSpPr>
              <p:cNvPr id="58" name="文本框 57"/>
              <p:cNvSpPr txBox="1"/>
              <p:nvPr/>
            </p:nvSpPr>
            <p:spPr>
              <a:xfrm>
                <a:off x="9996" y="3310"/>
                <a:ext cx="4660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solidFill>
                      <a:srgbClr val="596979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防御式编程常见的技术</a:t>
                </a:r>
              </a:p>
            </p:txBody>
          </p:sp>
        </p:grpSp>
      </p:grp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2136000" y="1089000"/>
            <a:ext cx="7920000" cy="4680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 descr="3635311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88605" y="436245"/>
            <a:ext cx="2502535" cy="2502535"/>
          </a:xfrm>
          <a:prstGeom prst="rect">
            <a:avLst/>
          </a:prstGeom>
          <a:effectLst>
            <a:outerShdw blurRad="50800" dist="38100" dir="18900000" algn="b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</p:pic>
      <p:pic>
        <p:nvPicPr>
          <p:cNvPr id="7" name="图片 6" descr="3635245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16050" y="3298190"/>
            <a:ext cx="2299970" cy="2681605"/>
          </a:xfrm>
          <a:prstGeom prst="rect">
            <a:avLst/>
          </a:prstGeom>
          <a:effectLst>
            <a:outerShdw blurRad="50800" dist="38100" dir="18900000" algn="b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</p:pic>
      <p:sp>
        <p:nvSpPr>
          <p:cNvPr id="19" name="文本框 18"/>
          <p:cNvSpPr txBox="1"/>
          <p:nvPr/>
        </p:nvSpPr>
        <p:spPr>
          <a:xfrm>
            <a:off x="4623118" y="3839845"/>
            <a:ext cx="29457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5969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契约式编程</a:t>
            </a:r>
            <a:endParaRPr lang="zh-CN" altLang="en-US" sz="1200" dirty="0">
              <a:solidFill>
                <a:srgbClr val="5969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582920" y="2275840"/>
            <a:ext cx="1026160" cy="1321435"/>
            <a:chOff x="9338" y="3609"/>
            <a:chExt cx="1616" cy="2081"/>
          </a:xfrm>
        </p:grpSpPr>
        <p:sp>
          <p:nvSpPr>
            <p:cNvPr id="18" name="椭圆 17"/>
            <p:cNvSpPr/>
            <p:nvPr/>
          </p:nvSpPr>
          <p:spPr>
            <a:xfrm>
              <a:off x="9338" y="4074"/>
              <a:ext cx="1617" cy="1617"/>
            </a:xfrm>
            <a:prstGeom prst="ellipse">
              <a:avLst/>
            </a:prstGeom>
            <a:solidFill>
              <a:srgbClr val="8595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01</a:t>
              </a:r>
            </a:p>
          </p:txBody>
        </p:sp>
        <p:pic>
          <p:nvPicPr>
            <p:cNvPr id="10" name="图片 9" descr="3638564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448" y="3609"/>
              <a:ext cx="274" cy="1840"/>
            </a:xfrm>
            <a:prstGeom prst="rect">
              <a:avLst/>
            </a:prstGeom>
            <a:effectLst>
              <a:outerShdw blurRad="50800" dist="38100" dir="18900000" algn="b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</p:pic>
      </p:grp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363538" y="1003076"/>
            <a:ext cx="5912002" cy="4996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契约式编程像是一种约定，和生活中的契约一样。</a:t>
            </a:r>
            <a:endParaRPr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3175" y="160020"/>
            <a:ext cx="3776980" cy="740410"/>
            <a:chOff x="5" y="252"/>
            <a:chExt cx="5948" cy="1166"/>
          </a:xfrm>
        </p:grpSpPr>
        <p:pic>
          <p:nvPicPr>
            <p:cNvPr id="28" name="图片 27" descr="3633058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6200000">
              <a:off x="-294" y="551"/>
              <a:ext cx="1166" cy="567"/>
            </a:xfrm>
            <a:prstGeom prst="rect">
              <a:avLst/>
            </a:prstGeom>
          </p:spPr>
        </p:pic>
        <p:sp>
          <p:nvSpPr>
            <p:cNvPr id="29" name="文本框 28"/>
            <p:cNvSpPr txBox="1"/>
            <p:nvPr/>
          </p:nvSpPr>
          <p:spPr>
            <a:xfrm>
              <a:off x="573" y="545"/>
              <a:ext cx="5380" cy="824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什么是契约式编程？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2481B4A9-92FB-4476-8E4C-406D77FA6F1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2" t="7051" r="759" b="6221"/>
          <a:stretch/>
        </p:blipFill>
        <p:spPr>
          <a:xfrm>
            <a:off x="916623" y="2171701"/>
            <a:ext cx="9707880" cy="398526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128" y="1828165"/>
            <a:ext cx="12183745" cy="3883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38615" y="2588731"/>
            <a:ext cx="2642108" cy="23462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0" i="0" dirty="0">
                <a:solidFill>
                  <a:srgbClr val="404040"/>
                </a:solidFill>
                <a:effectLst/>
                <a:latin typeface="-apple-system"/>
              </a:rPr>
              <a:t>契约式编程要求我们对「</a:t>
            </a:r>
            <a:r>
              <a:rPr lang="zh-CN" altLang="en-US" sz="2000" b="1" dirty="0">
                <a:solidFill>
                  <a:srgbClr val="404040"/>
                </a:solidFill>
                <a:latin typeface="-apple-system"/>
              </a:rPr>
              <a:t>前置</a:t>
            </a:r>
            <a:r>
              <a:rPr lang="zh-CN" altLang="en-US" sz="2000" b="1" i="0" dirty="0">
                <a:solidFill>
                  <a:srgbClr val="404040"/>
                </a:solidFill>
                <a:effectLst/>
                <a:latin typeface="-apple-system"/>
              </a:rPr>
              <a:t>条件</a:t>
            </a:r>
            <a:r>
              <a:rPr lang="zh-CN" altLang="en-US" sz="2000" b="0" i="0" dirty="0">
                <a:solidFill>
                  <a:srgbClr val="404040"/>
                </a:solidFill>
                <a:effectLst/>
                <a:latin typeface="-apple-system"/>
              </a:rPr>
              <a:t>」、「</a:t>
            </a:r>
            <a:r>
              <a:rPr lang="zh-CN" altLang="en-US" sz="2000" b="1" dirty="0">
                <a:solidFill>
                  <a:srgbClr val="404040"/>
                </a:solidFill>
                <a:latin typeface="-apple-system"/>
              </a:rPr>
              <a:t>后置</a:t>
            </a:r>
            <a:r>
              <a:rPr lang="zh-CN" altLang="en-US" sz="2000" b="1" i="0" dirty="0">
                <a:solidFill>
                  <a:srgbClr val="404040"/>
                </a:solidFill>
                <a:effectLst/>
                <a:latin typeface="-apple-system"/>
              </a:rPr>
              <a:t>条件</a:t>
            </a:r>
            <a:r>
              <a:rPr lang="zh-CN" altLang="en-US" sz="2000" b="0" i="0" dirty="0">
                <a:solidFill>
                  <a:srgbClr val="404040"/>
                </a:solidFill>
                <a:effectLst/>
                <a:latin typeface="-apple-system"/>
              </a:rPr>
              <a:t>」和「</a:t>
            </a:r>
            <a:r>
              <a:rPr lang="zh-CN" altLang="en-US" sz="2000" b="1" i="0" dirty="0">
                <a:solidFill>
                  <a:srgbClr val="404040"/>
                </a:solidFill>
                <a:effectLst/>
                <a:latin typeface="-apple-system"/>
              </a:rPr>
              <a:t>不变量条件</a:t>
            </a:r>
            <a:r>
              <a:rPr lang="zh-CN" altLang="en-US" sz="2000" b="0" i="0" dirty="0">
                <a:solidFill>
                  <a:srgbClr val="404040"/>
                </a:solidFill>
                <a:effectLst/>
                <a:latin typeface="-apple-system"/>
              </a:rPr>
              <a:t>」进行契约的检查。</a:t>
            </a:r>
            <a:endParaRPr lang="zh-CN" altLang="en-US" dirty="0">
              <a:solidFill>
                <a:srgbClr val="596979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487410" y="2908300"/>
            <a:ext cx="2541270" cy="14229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0" i="0" dirty="0">
                <a:solidFill>
                  <a:srgbClr val="404040"/>
                </a:solidFill>
                <a:effectLst/>
                <a:latin typeface="-apple-system"/>
              </a:rPr>
              <a:t>契约所约束的，是「</a:t>
            </a:r>
            <a:r>
              <a:rPr lang="zh-CN" altLang="en-US" sz="2000" b="1" i="0" dirty="0">
                <a:solidFill>
                  <a:srgbClr val="404040"/>
                </a:solidFill>
                <a:effectLst/>
                <a:latin typeface="-apple-system"/>
              </a:rPr>
              <a:t>一个为了确保程序正常运行的条件</a:t>
            </a:r>
            <a:r>
              <a:rPr lang="zh-CN" altLang="en-US" sz="2000" b="0" i="0" dirty="0">
                <a:solidFill>
                  <a:srgbClr val="404040"/>
                </a:solidFill>
                <a:effectLst/>
                <a:latin typeface="-apple-system"/>
              </a:rPr>
              <a:t>」。</a:t>
            </a:r>
            <a:endParaRPr lang="zh-CN" altLang="en-US" dirty="0">
              <a:solidFill>
                <a:srgbClr val="596979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8" name="图片 27" descr="3633058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-186690" y="349885"/>
            <a:ext cx="740410" cy="360045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4559618" y="3229610"/>
            <a:ext cx="3072765" cy="1079500"/>
            <a:chOff x="7117" y="5086"/>
            <a:chExt cx="4839" cy="1700"/>
          </a:xfrm>
        </p:grpSpPr>
        <p:sp>
          <p:nvSpPr>
            <p:cNvPr id="3" name="椭圆 2"/>
            <p:cNvSpPr/>
            <p:nvPr/>
          </p:nvSpPr>
          <p:spPr>
            <a:xfrm>
              <a:off x="7117" y="5086"/>
              <a:ext cx="1701" cy="1701"/>
            </a:xfrm>
            <a:prstGeom prst="ellipse">
              <a:avLst/>
            </a:prstGeom>
            <a:solidFill>
              <a:srgbClr val="8595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10256" y="5086"/>
              <a:ext cx="1701" cy="1701"/>
            </a:xfrm>
            <a:prstGeom prst="ellipse">
              <a:avLst/>
            </a:prstGeom>
            <a:solidFill>
              <a:srgbClr val="8595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2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6" name="奖章"/>
          <p:cNvSpPr/>
          <p:nvPr/>
        </p:nvSpPr>
        <p:spPr bwMode="auto">
          <a:xfrm>
            <a:off x="4907915" y="3566160"/>
            <a:ext cx="384175" cy="484505"/>
          </a:xfrm>
          <a:custGeom>
            <a:avLst/>
            <a:gdLst>
              <a:gd name="T0" fmla="*/ 2147483646 w 4116"/>
              <a:gd name="T1" fmla="*/ 2147483646 h 5239"/>
              <a:gd name="T2" fmla="*/ 2147483646 w 4116"/>
              <a:gd name="T3" fmla="*/ 2147483646 h 5239"/>
              <a:gd name="T4" fmla="*/ 2147483646 w 4116"/>
              <a:gd name="T5" fmla="*/ 2147483646 h 5239"/>
              <a:gd name="T6" fmla="*/ 2147483646 w 4116"/>
              <a:gd name="T7" fmla="*/ 2147483646 h 5239"/>
              <a:gd name="T8" fmla="*/ 2147483646 w 4116"/>
              <a:gd name="T9" fmla="*/ 2147483646 h 5239"/>
              <a:gd name="T10" fmla="*/ 2147483646 w 4116"/>
              <a:gd name="T11" fmla="*/ 2147483646 h 5239"/>
              <a:gd name="T12" fmla="*/ 2147483646 w 4116"/>
              <a:gd name="T13" fmla="*/ 2147483646 h 5239"/>
              <a:gd name="T14" fmla="*/ 2147483646 w 4116"/>
              <a:gd name="T15" fmla="*/ 2147483646 h 5239"/>
              <a:gd name="T16" fmla="*/ 2147483646 w 4116"/>
              <a:gd name="T17" fmla="*/ 2147483646 h 5239"/>
              <a:gd name="T18" fmla="*/ 2147483646 w 4116"/>
              <a:gd name="T19" fmla="*/ 2147483646 h 5239"/>
              <a:gd name="T20" fmla="*/ 2147483646 w 4116"/>
              <a:gd name="T21" fmla="*/ 2147483646 h 5239"/>
              <a:gd name="T22" fmla="*/ 2147483646 w 4116"/>
              <a:gd name="T23" fmla="*/ 2147483646 h 5239"/>
              <a:gd name="T24" fmla="*/ 2147483646 w 4116"/>
              <a:gd name="T25" fmla="*/ 2147483646 h 5239"/>
              <a:gd name="T26" fmla="*/ 2147483646 w 4116"/>
              <a:gd name="T27" fmla="*/ 2147483646 h 5239"/>
              <a:gd name="T28" fmla="*/ 2147483646 w 4116"/>
              <a:gd name="T29" fmla="*/ 2147483646 h 5239"/>
              <a:gd name="T30" fmla="*/ 2147483646 w 4116"/>
              <a:gd name="T31" fmla="*/ 2147483646 h 5239"/>
              <a:gd name="T32" fmla="*/ 2147483646 w 4116"/>
              <a:gd name="T33" fmla="*/ 2147483646 h 5239"/>
              <a:gd name="T34" fmla="*/ 2147483646 w 4116"/>
              <a:gd name="T35" fmla="*/ 2147483646 h 5239"/>
              <a:gd name="T36" fmla="*/ 2147483646 w 4116"/>
              <a:gd name="T37" fmla="*/ 2147483646 h 5239"/>
              <a:gd name="T38" fmla="*/ 2147483646 w 4116"/>
              <a:gd name="T39" fmla="*/ 2147483646 h 5239"/>
              <a:gd name="T40" fmla="*/ 2147483646 w 4116"/>
              <a:gd name="T41" fmla="*/ 2147483646 h 5239"/>
              <a:gd name="T42" fmla="*/ 2147483646 w 4116"/>
              <a:gd name="T43" fmla="*/ 2147483646 h 5239"/>
              <a:gd name="T44" fmla="*/ 2147483646 w 4116"/>
              <a:gd name="T45" fmla="*/ 2147483646 h 5239"/>
              <a:gd name="T46" fmla="*/ 2147483646 w 4116"/>
              <a:gd name="T47" fmla="*/ 2147483646 h 5239"/>
              <a:gd name="T48" fmla="*/ 2147483646 w 4116"/>
              <a:gd name="T49" fmla="*/ 2147483646 h 5239"/>
              <a:gd name="T50" fmla="*/ 2147483646 w 4116"/>
              <a:gd name="T51" fmla="*/ 2147483646 h 5239"/>
              <a:gd name="T52" fmla="*/ 2147483646 w 4116"/>
              <a:gd name="T53" fmla="*/ 2147483646 h 5239"/>
              <a:gd name="T54" fmla="*/ 2147483646 w 4116"/>
              <a:gd name="T55" fmla="*/ 2147483646 h 5239"/>
              <a:gd name="T56" fmla="*/ 2147483646 w 4116"/>
              <a:gd name="T57" fmla="*/ 2147483646 h 5239"/>
              <a:gd name="T58" fmla="*/ 2147483646 w 4116"/>
              <a:gd name="T59" fmla="*/ 2147483646 h 5239"/>
              <a:gd name="T60" fmla="*/ 2147483646 w 4116"/>
              <a:gd name="T61" fmla="*/ 2147483646 h 5239"/>
              <a:gd name="T62" fmla="*/ 2147483646 w 4116"/>
              <a:gd name="T63" fmla="*/ 2147483646 h 5239"/>
              <a:gd name="T64" fmla="*/ 2147483646 w 4116"/>
              <a:gd name="T65" fmla="*/ 2147483646 h 5239"/>
              <a:gd name="T66" fmla="*/ 2147483646 w 4116"/>
              <a:gd name="T67" fmla="*/ 2147483646 h 5239"/>
              <a:gd name="T68" fmla="*/ 2147483646 w 4116"/>
              <a:gd name="T69" fmla="*/ 2147483646 h 5239"/>
              <a:gd name="T70" fmla="*/ 2147483646 w 4116"/>
              <a:gd name="T71" fmla="*/ 2147483646 h 5239"/>
              <a:gd name="T72" fmla="*/ 2147483646 w 4116"/>
              <a:gd name="T73" fmla="*/ 2147483646 h 5239"/>
              <a:gd name="T74" fmla="*/ 2147483646 w 4116"/>
              <a:gd name="T75" fmla="*/ 2147483646 h 5239"/>
              <a:gd name="T76" fmla="*/ 2147483646 w 4116"/>
              <a:gd name="T77" fmla="*/ 2147483646 h 5239"/>
              <a:gd name="T78" fmla="*/ 2147483646 w 4116"/>
              <a:gd name="T79" fmla="*/ 2147483646 h 5239"/>
              <a:gd name="T80" fmla="*/ 2147483646 w 4116"/>
              <a:gd name="T81" fmla="*/ 2147483646 h 5239"/>
              <a:gd name="T82" fmla="*/ 2147483646 w 4116"/>
              <a:gd name="T83" fmla="*/ 2147483646 h 5239"/>
              <a:gd name="T84" fmla="*/ 2147483646 w 4116"/>
              <a:gd name="T85" fmla="*/ 2147483646 h 5239"/>
              <a:gd name="T86" fmla="*/ 2147483646 w 4116"/>
              <a:gd name="T87" fmla="*/ 2147483646 h 5239"/>
              <a:gd name="T88" fmla="*/ 2147483646 w 4116"/>
              <a:gd name="T89" fmla="*/ 2147483646 h 5239"/>
              <a:gd name="T90" fmla="*/ 2147483646 w 4116"/>
              <a:gd name="T91" fmla="*/ 2147483646 h 5239"/>
              <a:gd name="T92" fmla="*/ 0 w 4116"/>
              <a:gd name="T93" fmla="*/ 2147483646 h 5239"/>
              <a:gd name="T94" fmla="*/ 2147483646 w 4116"/>
              <a:gd name="T95" fmla="*/ 2147483646 h 5239"/>
              <a:gd name="T96" fmla="*/ 2147483646 w 4116"/>
              <a:gd name="T97" fmla="*/ 2147483646 h 5239"/>
              <a:gd name="T98" fmla="*/ 2147483646 w 4116"/>
              <a:gd name="T99" fmla="*/ 2147483646 h 5239"/>
              <a:gd name="T100" fmla="*/ 2147483646 w 4116"/>
              <a:gd name="T101" fmla="*/ 2147483646 h 5239"/>
              <a:gd name="T102" fmla="*/ 2147483646 w 4116"/>
              <a:gd name="T103" fmla="*/ 2147483646 h 5239"/>
              <a:gd name="T104" fmla="*/ 2147483646 w 4116"/>
              <a:gd name="T105" fmla="*/ 2147483646 h 5239"/>
              <a:gd name="T106" fmla="*/ 2147483646 w 4116"/>
              <a:gd name="T107" fmla="*/ 2147483646 h 5239"/>
              <a:gd name="T108" fmla="*/ 2147483646 w 4116"/>
              <a:gd name="T109" fmla="*/ 2147483646 h 5239"/>
              <a:gd name="T110" fmla="*/ 2147483646 w 4116"/>
              <a:gd name="T111" fmla="*/ 2147483646 h 5239"/>
              <a:gd name="T112" fmla="*/ 2147483646 w 4116"/>
              <a:gd name="T113" fmla="*/ 2147483646 h 5239"/>
              <a:gd name="T114" fmla="*/ 2147483646 w 4116"/>
              <a:gd name="T115" fmla="*/ 2147483646 h 5239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</a:gdLst>
            <a:ahLst/>
            <a:cxnLst>
              <a:cxn ang="T116">
                <a:pos x="T0" y="T1"/>
              </a:cxn>
              <a:cxn ang="T117">
                <a:pos x="T2" y="T3"/>
              </a:cxn>
              <a:cxn ang="T118">
                <a:pos x="T4" y="T5"/>
              </a:cxn>
              <a:cxn ang="T119">
                <a:pos x="T6" y="T7"/>
              </a:cxn>
              <a:cxn ang="T120">
                <a:pos x="T8" y="T9"/>
              </a:cxn>
              <a:cxn ang="T121">
                <a:pos x="T10" y="T11"/>
              </a:cxn>
              <a:cxn ang="T122">
                <a:pos x="T12" y="T13"/>
              </a:cxn>
              <a:cxn ang="T123">
                <a:pos x="T14" y="T15"/>
              </a:cxn>
              <a:cxn ang="T124">
                <a:pos x="T16" y="T17"/>
              </a:cxn>
              <a:cxn ang="T125">
                <a:pos x="T18" y="T19"/>
              </a:cxn>
              <a:cxn ang="T126">
                <a:pos x="T20" y="T21"/>
              </a:cxn>
              <a:cxn ang="T127">
                <a:pos x="T22" y="T23"/>
              </a:cxn>
              <a:cxn ang="T128">
                <a:pos x="T24" y="T25"/>
              </a:cxn>
              <a:cxn ang="T129">
                <a:pos x="T26" y="T27"/>
              </a:cxn>
              <a:cxn ang="T130">
                <a:pos x="T28" y="T29"/>
              </a:cxn>
              <a:cxn ang="T131">
                <a:pos x="T30" y="T31"/>
              </a:cxn>
              <a:cxn ang="T132">
                <a:pos x="T32" y="T33"/>
              </a:cxn>
              <a:cxn ang="T133">
                <a:pos x="T34" y="T35"/>
              </a:cxn>
              <a:cxn ang="T134">
                <a:pos x="T36" y="T37"/>
              </a:cxn>
              <a:cxn ang="T135">
                <a:pos x="T38" y="T39"/>
              </a:cxn>
              <a:cxn ang="T136">
                <a:pos x="T40" y="T41"/>
              </a:cxn>
              <a:cxn ang="T137">
                <a:pos x="T42" y="T43"/>
              </a:cxn>
              <a:cxn ang="T138">
                <a:pos x="T44" y="T45"/>
              </a:cxn>
              <a:cxn ang="T139">
                <a:pos x="T46" y="T47"/>
              </a:cxn>
              <a:cxn ang="T140">
                <a:pos x="T48" y="T49"/>
              </a:cxn>
              <a:cxn ang="T141">
                <a:pos x="T50" y="T51"/>
              </a:cxn>
              <a:cxn ang="T142">
                <a:pos x="T52" y="T53"/>
              </a:cxn>
              <a:cxn ang="T143">
                <a:pos x="T54" y="T55"/>
              </a:cxn>
              <a:cxn ang="T144">
                <a:pos x="T56" y="T57"/>
              </a:cxn>
              <a:cxn ang="T145">
                <a:pos x="T58" y="T59"/>
              </a:cxn>
              <a:cxn ang="T146">
                <a:pos x="T60" y="T61"/>
              </a:cxn>
              <a:cxn ang="T147">
                <a:pos x="T62" y="T63"/>
              </a:cxn>
              <a:cxn ang="T148">
                <a:pos x="T64" y="T65"/>
              </a:cxn>
              <a:cxn ang="T149">
                <a:pos x="T66" y="T67"/>
              </a:cxn>
              <a:cxn ang="T150">
                <a:pos x="T68" y="T69"/>
              </a:cxn>
              <a:cxn ang="T151">
                <a:pos x="T70" y="T71"/>
              </a:cxn>
              <a:cxn ang="T152">
                <a:pos x="T72" y="T73"/>
              </a:cxn>
              <a:cxn ang="T153">
                <a:pos x="T74" y="T75"/>
              </a:cxn>
              <a:cxn ang="T154">
                <a:pos x="T76" y="T77"/>
              </a:cxn>
              <a:cxn ang="T155">
                <a:pos x="T78" y="T79"/>
              </a:cxn>
              <a:cxn ang="T156">
                <a:pos x="T80" y="T81"/>
              </a:cxn>
              <a:cxn ang="T157">
                <a:pos x="T82" y="T83"/>
              </a:cxn>
              <a:cxn ang="T158">
                <a:pos x="T84" y="T85"/>
              </a:cxn>
              <a:cxn ang="T159">
                <a:pos x="T86" y="T87"/>
              </a:cxn>
              <a:cxn ang="T160">
                <a:pos x="T88" y="T89"/>
              </a:cxn>
              <a:cxn ang="T161">
                <a:pos x="T90" y="T91"/>
              </a:cxn>
              <a:cxn ang="T162">
                <a:pos x="T92" y="T93"/>
              </a:cxn>
              <a:cxn ang="T163">
                <a:pos x="T94" y="T95"/>
              </a:cxn>
              <a:cxn ang="T164">
                <a:pos x="T96" y="T97"/>
              </a:cxn>
              <a:cxn ang="T165">
                <a:pos x="T98" y="T99"/>
              </a:cxn>
              <a:cxn ang="T166">
                <a:pos x="T100" y="T101"/>
              </a:cxn>
              <a:cxn ang="T167">
                <a:pos x="T102" y="T103"/>
              </a:cxn>
              <a:cxn ang="T168">
                <a:pos x="T104" y="T105"/>
              </a:cxn>
              <a:cxn ang="T169">
                <a:pos x="T106" y="T107"/>
              </a:cxn>
              <a:cxn ang="T170">
                <a:pos x="T108" y="T109"/>
              </a:cxn>
              <a:cxn ang="T171">
                <a:pos x="T110" y="T111"/>
              </a:cxn>
              <a:cxn ang="T172">
                <a:pos x="T112" y="T113"/>
              </a:cxn>
              <a:cxn ang="T173">
                <a:pos x="T114" y="T115"/>
              </a:cxn>
            </a:cxnLst>
            <a:rect l="0" t="0" r="r" b="b"/>
            <a:pathLst>
              <a:path w="4116" h="5239">
                <a:moveTo>
                  <a:pt x="2496" y="2121"/>
                </a:moveTo>
                <a:lnTo>
                  <a:pt x="2496" y="2121"/>
                </a:lnTo>
                <a:lnTo>
                  <a:pt x="2443" y="2107"/>
                </a:lnTo>
                <a:lnTo>
                  <a:pt x="2390" y="2095"/>
                </a:lnTo>
                <a:lnTo>
                  <a:pt x="2336" y="2084"/>
                </a:lnTo>
                <a:lnTo>
                  <a:pt x="2282" y="2075"/>
                </a:lnTo>
                <a:lnTo>
                  <a:pt x="2227" y="2068"/>
                </a:lnTo>
                <a:lnTo>
                  <a:pt x="2171" y="2063"/>
                </a:lnTo>
                <a:lnTo>
                  <a:pt x="2115" y="2060"/>
                </a:lnTo>
                <a:lnTo>
                  <a:pt x="2058" y="2059"/>
                </a:lnTo>
                <a:lnTo>
                  <a:pt x="2002" y="2060"/>
                </a:lnTo>
                <a:lnTo>
                  <a:pt x="1945" y="2063"/>
                </a:lnTo>
                <a:lnTo>
                  <a:pt x="1890" y="2068"/>
                </a:lnTo>
                <a:lnTo>
                  <a:pt x="1835" y="2075"/>
                </a:lnTo>
                <a:lnTo>
                  <a:pt x="1780" y="2084"/>
                </a:lnTo>
                <a:lnTo>
                  <a:pt x="1726" y="2095"/>
                </a:lnTo>
                <a:lnTo>
                  <a:pt x="1673" y="2107"/>
                </a:lnTo>
                <a:lnTo>
                  <a:pt x="1621" y="2121"/>
                </a:lnTo>
                <a:lnTo>
                  <a:pt x="1621" y="761"/>
                </a:lnTo>
                <a:lnTo>
                  <a:pt x="452" y="761"/>
                </a:lnTo>
                <a:lnTo>
                  <a:pt x="452" y="1438"/>
                </a:lnTo>
                <a:lnTo>
                  <a:pt x="1020" y="2446"/>
                </a:lnTo>
                <a:lnTo>
                  <a:pt x="989" y="2473"/>
                </a:lnTo>
                <a:lnTo>
                  <a:pt x="958" y="2502"/>
                </a:lnTo>
                <a:lnTo>
                  <a:pt x="928" y="2532"/>
                </a:lnTo>
                <a:lnTo>
                  <a:pt x="900" y="2561"/>
                </a:lnTo>
                <a:lnTo>
                  <a:pt x="871" y="2593"/>
                </a:lnTo>
                <a:lnTo>
                  <a:pt x="844" y="2624"/>
                </a:lnTo>
                <a:lnTo>
                  <a:pt x="817" y="2656"/>
                </a:lnTo>
                <a:lnTo>
                  <a:pt x="792" y="2689"/>
                </a:lnTo>
                <a:lnTo>
                  <a:pt x="767" y="2723"/>
                </a:lnTo>
                <a:lnTo>
                  <a:pt x="743" y="2758"/>
                </a:lnTo>
                <a:lnTo>
                  <a:pt x="720" y="2792"/>
                </a:lnTo>
                <a:lnTo>
                  <a:pt x="697" y="2828"/>
                </a:lnTo>
                <a:lnTo>
                  <a:pt x="676" y="2864"/>
                </a:lnTo>
                <a:lnTo>
                  <a:pt x="655" y="2901"/>
                </a:lnTo>
                <a:lnTo>
                  <a:pt x="636" y="2938"/>
                </a:lnTo>
                <a:lnTo>
                  <a:pt x="618" y="2977"/>
                </a:lnTo>
                <a:lnTo>
                  <a:pt x="600" y="3015"/>
                </a:lnTo>
                <a:lnTo>
                  <a:pt x="584" y="3054"/>
                </a:lnTo>
                <a:lnTo>
                  <a:pt x="569" y="3094"/>
                </a:lnTo>
                <a:lnTo>
                  <a:pt x="554" y="3134"/>
                </a:lnTo>
                <a:lnTo>
                  <a:pt x="540" y="3174"/>
                </a:lnTo>
                <a:lnTo>
                  <a:pt x="528" y="3216"/>
                </a:lnTo>
                <a:lnTo>
                  <a:pt x="517" y="3257"/>
                </a:lnTo>
                <a:lnTo>
                  <a:pt x="507" y="3300"/>
                </a:lnTo>
                <a:lnTo>
                  <a:pt x="499" y="3341"/>
                </a:lnTo>
                <a:lnTo>
                  <a:pt x="490" y="3384"/>
                </a:lnTo>
                <a:lnTo>
                  <a:pt x="483" y="3428"/>
                </a:lnTo>
                <a:lnTo>
                  <a:pt x="478" y="3472"/>
                </a:lnTo>
                <a:lnTo>
                  <a:pt x="474" y="3515"/>
                </a:lnTo>
                <a:lnTo>
                  <a:pt x="471" y="3559"/>
                </a:lnTo>
                <a:lnTo>
                  <a:pt x="469" y="3604"/>
                </a:lnTo>
                <a:lnTo>
                  <a:pt x="468" y="3649"/>
                </a:lnTo>
                <a:lnTo>
                  <a:pt x="469" y="3691"/>
                </a:lnTo>
                <a:lnTo>
                  <a:pt x="470" y="3731"/>
                </a:lnTo>
                <a:lnTo>
                  <a:pt x="473" y="3771"/>
                </a:lnTo>
                <a:lnTo>
                  <a:pt x="476" y="3812"/>
                </a:lnTo>
                <a:lnTo>
                  <a:pt x="481" y="3852"/>
                </a:lnTo>
                <a:lnTo>
                  <a:pt x="486" y="3891"/>
                </a:lnTo>
                <a:lnTo>
                  <a:pt x="493" y="3931"/>
                </a:lnTo>
                <a:lnTo>
                  <a:pt x="501" y="3970"/>
                </a:lnTo>
                <a:lnTo>
                  <a:pt x="509" y="4008"/>
                </a:lnTo>
                <a:lnTo>
                  <a:pt x="519" y="4046"/>
                </a:lnTo>
                <a:lnTo>
                  <a:pt x="529" y="4085"/>
                </a:lnTo>
                <a:lnTo>
                  <a:pt x="540" y="4122"/>
                </a:lnTo>
                <a:lnTo>
                  <a:pt x="552" y="4159"/>
                </a:lnTo>
                <a:lnTo>
                  <a:pt x="565" y="4196"/>
                </a:lnTo>
                <a:lnTo>
                  <a:pt x="579" y="4233"/>
                </a:lnTo>
                <a:lnTo>
                  <a:pt x="593" y="4268"/>
                </a:lnTo>
                <a:lnTo>
                  <a:pt x="609" y="4304"/>
                </a:lnTo>
                <a:lnTo>
                  <a:pt x="625" y="4339"/>
                </a:lnTo>
                <a:lnTo>
                  <a:pt x="642" y="4373"/>
                </a:lnTo>
                <a:lnTo>
                  <a:pt x="661" y="4407"/>
                </a:lnTo>
                <a:lnTo>
                  <a:pt x="679" y="4440"/>
                </a:lnTo>
                <a:lnTo>
                  <a:pt x="698" y="4474"/>
                </a:lnTo>
                <a:lnTo>
                  <a:pt x="719" y="4507"/>
                </a:lnTo>
                <a:lnTo>
                  <a:pt x="740" y="4538"/>
                </a:lnTo>
                <a:lnTo>
                  <a:pt x="761" y="4570"/>
                </a:lnTo>
                <a:lnTo>
                  <a:pt x="785" y="4600"/>
                </a:lnTo>
                <a:lnTo>
                  <a:pt x="807" y="4631"/>
                </a:lnTo>
                <a:lnTo>
                  <a:pt x="832" y="4660"/>
                </a:lnTo>
                <a:lnTo>
                  <a:pt x="856" y="4690"/>
                </a:lnTo>
                <a:lnTo>
                  <a:pt x="882" y="4718"/>
                </a:lnTo>
                <a:lnTo>
                  <a:pt x="907" y="4746"/>
                </a:lnTo>
                <a:lnTo>
                  <a:pt x="935" y="4773"/>
                </a:lnTo>
                <a:lnTo>
                  <a:pt x="961" y="4800"/>
                </a:lnTo>
                <a:lnTo>
                  <a:pt x="990" y="4826"/>
                </a:lnTo>
                <a:lnTo>
                  <a:pt x="1018" y="4852"/>
                </a:lnTo>
                <a:lnTo>
                  <a:pt x="1047" y="4876"/>
                </a:lnTo>
                <a:lnTo>
                  <a:pt x="1077" y="4900"/>
                </a:lnTo>
                <a:lnTo>
                  <a:pt x="1107" y="4923"/>
                </a:lnTo>
                <a:lnTo>
                  <a:pt x="1138" y="4946"/>
                </a:lnTo>
                <a:lnTo>
                  <a:pt x="1170" y="4968"/>
                </a:lnTo>
                <a:lnTo>
                  <a:pt x="1201" y="4988"/>
                </a:lnTo>
                <a:lnTo>
                  <a:pt x="1234" y="5009"/>
                </a:lnTo>
                <a:lnTo>
                  <a:pt x="1267" y="5028"/>
                </a:lnTo>
                <a:lnTo>
                  <a:pt x="1300" y="5047"/>
                </a:lnTo>
                <a:lnTo>
                  <a:pt x="1335" y="5065"/>
                </a:lnTo>
                <a:lnTo>
                  <a:pt x="1370" y="5082"/>
                </a:lnTo>
                <a:lnTo>
                  <a:pt x="1404" y="5098"/>
                </a:lnTo>
                <a:lnTo>
                  <a:pt x="1440" y="5114"/>
                </a:lnTo>
                <a:lnTo>
                  <a:pt x="1476" y="5129"/>
                </a:lnTo>
                <a:lnTo>
                  <a:pt x="1512" y="5142"/>
                </a:lnTo>
                <a:lnTo>
                  <a:pt x="1549" y="5155"/>
                </a:lnTo>
                <a:lnTo>
                  <a:pt x="1586" y="5168"/>
                </a:lnTo>
                <a:lnTo>
                  <a:pt x="1623" y="5179"/>
                </a:lnTo>
                <a:lnTo>
                  <a:pt x="1661" y="5189"/>
                </a:lnTo>
                <a:lnTo>
                  <a:pt x="1700" y="5198"/>
                </a:lnTo>
                <a:lnTo>
                  <a:pt x="1738" y="5206"/>
                </a:lnTo>
                <a:lnTo>
                  <a:pt x="1777" y="5214"/>
                </a:lnTo>
                <a:lnTo>
                  <a:pt x="1817" y="5221"/>
                </a:lnTo>
                <a:lnTo>
                  <a:pt x="1855" y="5227"/>
                </a:lnTo>
                <a:lnTo>
                  <a:pt x="1896" y="5231"/>
                </a:lnTo>
                <a:lnTo>
                  <a:pt x="1936" y="5235"/>
                </a:lnTo>
                <a:lnTo>
                  <a:pt x="1977" y="5237"/>
                </a:lnTo>
                <a:lnTo>
                  <a:pt x="2017" y="5239"/>
                </a:lnTo>
                <a:lnTo>
                  <a:pt x="2058" y="5239"/>
                </a:lnTo>
                <a:lnTo>
                  <a:pt x="2099" y="5239"/>
                </a:lnTo>
                <a:lnTo>
                  <a:pt x="2141" y="5237"/>
                </a:lnTo>
                <a:lnTo>
                  <a:pt x="2180" y="5235"/>
                </a:lnTo>
                <a:lnTo>
                  <a:pt x="2221" y="5231"/>
                </a:lnTo>
                <a:lnTo>
                  <a:pt x="2261" y="5227"/>
                </a:lnTo>
                <a:lnTo>
                  <a:pt x="2301" y="5221"/>
                </a:lnTo>
                <a:lnTo>
                  <a:pt x="2339" y="5214"/>
                </a:lnTo>
                <a:lnTo>
                  <a:pt x="2379" y="5206"/>
                </a:lnTo>
                <a:lnTo>
                  <a:pt x="2418" y="5198"/>
                </a:lnTo>
                <a:lnTo>
                  <a:pt x="2456" y="5189"/>
                </a:lnTo>
                <a:lnTo>
                  <a:pt x="2494" y="5179"/>
                </a:lnTo>
                <a:lnTo>
                  <a:pt x="2531" y="5168"/>
                </a:lnTo>
                <a:lnTo>
                  <a:pt x="2569" y="5155"/>
                </a:lnTo>
                <a:lnTo>
                  <a:pt x="2605" y="5142"/>
                </a:lnTo>
                <a:lnTo>
                  <a:pt x="2642" y="5129"/>
                </a:lnTo>
                <a:lnTo>
                  <a:pt x="2678" y="5114"/>
                </a:lnTo>
                <a:lnTo>
                  <a:pt x="2713" y="5098"/>
                </a:lnTo>
                <a:lnTo>
                  <a:pt x="2748" y="5082"/>
                </a:lnTo>
                <a:lnTo>
                  <a:pt x="2783" y="5065"/>
                </a:lnTo>
                <a:lnTo>
                  <a:pt x="2816" y="5047"/>
                </a:lnTo>
                <a:lnTo>
                  <a:pt x="2850" y="5028"/>
                </a:lnTo>
                <a:lnTo>
                  <a:pt x="2883" y="5009"/>
                </a:lnTo>
                <a:lnTo>
                  <a:pt x="2915" y="4988"/>
                </a:lnTo>
                <a:lnTo>
                  <a:pt x="2948" y="4968"/>
                </a:lnTo>
                <a:lnTo>
                  <a:pt x="2979" y="4946"/>
                </a:lnTo>
                <a:lnTo>
                  <a:pt x="3010" y="4923"/>
                </a:lnTo>
                <a:lnTo>
                  <a:pt x="3040" y="4900"/>
                </a:lnTo>
                <a:lnTo>
                  <a:pt x="3070" y="4876"/>
                </a:lnTo>
                <a:lnTo>
                  <a:pt x="3099" y="4852"/>
                </a:lnTo>
                <a:lnTo>
                  <a:pt x="3128" y="4826"/>
                </a:lnTo>
                <a:lnTo>
                  <a:pt x="3155" y="4800"/>
                </a:lnTo>
                <a:lnTo>
                  <a:pt x="3183" y="4773"/>
                </a:lnTo>
                <a:lnTo>
                  <a:pt x="3209" y="4746"/>
                </a:lnTo>
                <a:lnTo>
                  <a:pt x="3236" y="4718"/>
                </a:lnTo>
                <a:lnTo>
                  <a:pt x="3260" y="4690"/>
                </a:lnTo>
                <a:lnTo>
                  <a:pt x="3286" y="4660"/>
                </a:lnTo>
                <a:lnTo>
                  <a:pt x="3309" y="4631"/>
                </a:lnTo>
                <a:lnTo>
                  <a:pt x="3333" y="4600"/>
                </a:lnTo>
                <a:lnTo>
                  <a:pt x="3355" y="4570"/>
                </a:lnTo>
                <a:lnTo>
                  <a:pt x="3376" y="4538"/>
                </a:lnTo>
                <a:lnTo>
                  <a:pt x="3398" y="4507"/>
                </a:lnTo>
                <a:lnTo>
                  <a:pt x="3418" y="4474"/>
                </a:lnTo>
                <a:lnTo>
                  <a:pt x="3438" y="4440"/>
                </a:lnTo>
                <a:lnTo>
                  <a:pt x="3457" y="4407"/>
                </a:lnTo>
                <a:lnTo>
                  <a:pt x="3474" y="4373"/>
                </a:lnTo>
                <a:lnTo>
                  <a:pt x="3492" y="4339"/>
                </a:lnTo>
                <a:lnTo>
                  <a:pt x="3508" y="4304"/>
                </a:lnTo>
                <a:lnTo>
                  <a:pt x="3523" y="4268"/>
                </a:lnTo>
                <a:lnTo>
                  <a:pt x="3538" y="4233"/>
                </a:lnTo>
                <a:lnTo>
                  <a:pt x="3552" y="4196"/>
                </a:lnTo>
                <a:lnTo>
                  <a:pt x="3565" y="4159"/>
                </a:lnTo>
                <a:lnTo>
                  <a:pt x="3577" y="4122"/>
                </a:lnTo>
                <a:lnTo>
                  <a:pt x="3588" y="4085"/>
                </a:lnTo>
                <a:lnTo>
                  <a:pt x="3599" y="4046"/>
                </a:lnTo>
                <a:lnTo>
                  <a:pt x="3608" y="4008"/>
                </a:lnTo>
                <a:lnTo>
                  <a:pt x="3616" y="3970"/>
                </a:lnTo>
                <a:lnTo>
                  <a:pt x="3624" y="3931"/>
                </a:lnTo>
                <a:lnTo>
                  <a:pt x="3630" y="3891"/>
                </a:lnTo>
                <a:lnTo>
                  <a:pt x="3635" y="3852"/>
                </a:lnTo>
                <a:lnTo>
                  <a:pt x="3640" y="3812"/>
                </a:lnTo>
                <a:lnTo>
                  <a:pt x="3643" y="3771"/>
                </a:lnTo>
                <a:lnTo>
                  <a:pt x="3646" y="3731"/>
                </a:lnTo>
                <a:lnTo>
                  <a:pt x="3648" y="3691"/>
                </a:lnTo>
                <a:lnTo>
                  <a:pt x="3648" y="3649"/>
                </a:lnTo>
                <a:lnTo>
                  <a:pt x="3647" y="3601"/>
                </a:lnTo>
                <a:lnTo>
                  <a:pt x="3645" y="3552"/>
                </a:lnTo>
                <a:lnTo>
                  <a:pt x="3642" y="3504"/>
                </a:lnTo>
                <a:lnTo>
                  <a:pt x="3637" y="3457"/>
                </a:lnTo>
                <a:lnTo>
                  <a:pt x="3631" y="3411"/>
                </a:lnTo>
                <a:lnTo>
                  <a:pt x="3623" y="3364"/>
                </a:lnTo>
                <a:lnTo>
                  <a:pt x="3614" y="3318"/>
                </a:lnTo>
                <a:lnTo>
                  <a:pt x="3604" y="3272"/>
                </a:lnTo>
                <a:lnTo>
                  <a:pt x="3591" y="3227"/>
                </a:lnTo>
                <a:lnTo>
                  <a:pt x="3579" y="3182"/>
                </a:lnTo>
                <a:lnTo>
                  <a:pt x="3565" y="3139"/>
                </a:lnTo>
                <a:lnTo>
                  <a:pt x="3550" y="3095"/>
                </a:lnTo>
                <a:lnTo>
                  <a:pt x="3532" y="3052"/>
                </a:lnTo>
                <a:lnTo>
                  <a:pt x="3515" y="3010"/>
                </a:lnTo>
                <a:lnTo>
                  <a:pt x="3496" y="2969"/>
                </a:lnTo>
                <a:lnTo>
                  <a:pt x="3475" y="2928"/>
                </a:lnTo>
                <a:lnTo>
                  <a:pt x="3454" y="2887"/>
                </a:lnTo>
                <a:lnTo>
                  <a:pt x="3431" y="2847"/>
                </a:lnTo>
                <a:lnTo>
                  <a:pt x="3408" y="2809"/>
                </a:lnTo>
                <a:lnTo>
                  <a:pt x="3384" y="2771"/>
                </a:lnTo>
                <a:lnTo>
                  <a:pt x="3358" y="2733"/>
                </a:lnTo>
                <a:lnTo>
                  <a:pt x="3332" y="2697"/>
                </a:lnTo>
                <a:lnTo>
                  <a:pt x="3304" y="2661"/>
                </a:lnTo>
                <a:lnTo>
                  <a:pt x="3276" y="2626"/>
                </a:lnTo>
                <a:lnTo>
                  <a:pt x="3246" y="2592"/>
                </a:lnTo>
                <a:lnTo>
                  <a:pt x="3215" y="2559"/>
                </a:lnTo>
                <a:lnTo>
                  <a:pt x="3184" y="2526"/>
                </a:lnTo>
                <a:lnTo>
                  <a:pt x="3151" y="2495"/>
                </a:lnTo>
                <a:lnTo>
                  <a:pt x="3118" y="2464"/>
                </a:lnTo>
                <a:lnTo>
                  <a:pt x="3084" y="2435"/>
                </a:lnTo>
                <a:lnTo>
                  <a:pt x="3049" y="2406"/>
                </a:lnTo>
                <a:lnTo>
                  <a:pt x="3014" y="2378"/>
                </a:lnTo>
                <a:lnTo>
                  <a:pt x="3666" y="1453"/>
                </a:lnTo>
                <a:lnTo>
                  <a:pt x="3666" y="761"/>
                </a:lnTo>
                <a:lnTo>
                  <a:pt x="2496" y="761"/>
                </a:lnTo>
                <a:lnTo>
                  <a:pt x="2496" y="2121"/>
                </a:lnTo>
                <a:close/>
                <a:moveTo>
                  <a:pt x="3080" y="3649"/>
                </a:moveTo>
                <a:lnTo>
                  <a:pt x="3080" y="3649"/>
                </a:lnTo>
                <a:lnTo>
                  <a:pt x="3079" y="3675"/>
                </a:lnTo>
                <a:lnTo>
                  <a:pt x="3078" y="3702"/>
                </a:lnTo>
                <a:lnTo>
                  <a:pt x="3077" y="3727"/>
                </a:lnTo>
                <a:lnTo>
                  <a:pt x="3074" y="3754"/>
                </a:lnTo>
                <a:lnTo>
                  <a:pt x="3072" y="3779"/>
                </a:lnTo>
                <a:lnTo>
                  <a:pt x="3068" y="3805"/>
                </a:lnTo>
                <a:lnTo>
                  <a:pt x="3064" y="3829"/>
                </a:lnTo>
                <a:lnTo>
                  <a:pt x="3059" y="3855"/>
                </a:lnTo>
                <a:lnTo>
                  <a:pt x="3053" y="3879"/>
                </a:lnTo>
                <a:lnTo>
                  <a:pt x="3047" y="3905"/>
                </a:lnTo>
                <a:lnTo>
                  <a:pt x="3041" y="3928"/>
                </a:lnTo>
                <a:lnTo>
                  <a:pt x="3033" y="3952"/>
                </a:lnTo>
                <a:lnTo>
                  <a:pt x="3026" y="3976"/>
                </a:lnTo>
                <a:lnTo>
                  <a:pt x="3018" y="4000"/>
                </a:lnTo>
                <a:lnTo>
                  <a:pt x="3009" y="4023"/>
                </a:lnTo>
                <a:lnTo>
                  <a:pt x="3000" y="4046"/>
                </a:lnTo>
                <a:lnTo>
                  <a:pt x="2979" y="4091"/>
                </a:lnTo>
                <a:lnTo>
                  <a:pt x="2956" y="4136"/>
                </a:lnTo>
                <a:lnTo>
                  <a:pt x="2931" y="4179"/>
                </a:lnTo>
                <a:lnTo>
                  <a:pt x="2905" y="4219"/>
                </a:lnTo>
                <a:lnTo>
                  <a:pt x="2876" y="4260"/>
                </a:lnTo>
                <a:lnTo>
                  <a:pt x="2846" y="4299"/>
                </a:lnTo>
                <a:lnTo>
                  <a:pt x="2814" y="4335"/>
                </a:lnTo>
                <a:lnTo>
                  <a:pt x="2780" y="4371"/>
                </a:lnTo>
                <a:lnTo>
                  <a:pt x="2745" y="4405"/>
                </a:lnTo>
                <a:lnTo>
                  <a:pt x="2707" y="4437"/>
                </a:lnTo>
                <a:lnTo>
                  <a:pt x="2669" y="4467"/>
                </a:lnTo>
                <a:lnTo>
                  <a:pt x="2629" y="4495"/>
                </a:lnTo>
                <a:lnTo>
                  <a:pt x="2588" y="4522"/>
                </a:lnTo>
                <a:lnTo>
                  <a:pt x="2545" y="4547"/>
                </a:lnTo>
                <a:lnTo>
                  <a:pt x="2500" y="4570"/>
                </a:lnTo>
                <a:lnTo>
                  <a:pt x="2456" y="4590"/>
                </a:lnTo>
                <a:lnTo>
                  <a:pt x="2432" y="4599"/>
                </a:lnTo>
                <a:lnTo>
                  <a:pt x="2410" y="4608"/>
                </a:lnTo>
                <a:lnTo>
                  <a:pt x="2385" y="4617"/>
                </a:lnTo>
                <a:lnTo>
                  <a:pt x="2362" y="4625"/>
                </a:lnTo>
                <a:lnTo>
                  <a:pt x="2337" y="4632"/>
                </a:lnTo>
                <a:lnTo>
                  <a:pt x="2313" y="4638"/>
                </a:lnTo>
                <a:lnTo>
                  <a:pt x="2288" y="4644"/>
                </a:lnTo>
                <a:lnTo>
                  <a:pt x="2264" y="4649"/>
                </a:lnTo>
                <a:lnTo>
                  <a:pt x="2239" y="4654"/>
                </a:lnTo>
                <a:lnTo>
                  <a:pt x="2214" y="4658"/>
                </a:lnTo>
                <a:lnTo>
                  <a:pt x="2189" y="4662"/>
                </a:lnTo>
                <a:lnTo>
                  <a:pt x="2163" y="4665"/>
                </a:lnTo>
                <a:lnTo>
                  <a:pt x="2137" y="4668"/>
                </a:lnTo>
                <a:lnTo>
                  <a:pt x="2111" y="4669"/>
                </a:lnTo>
                <a:lnTo>
                  <a:pt x="2085" y="4670"/>
                </a:lnTo>
                <a:lnTo>
                  <a:pt x="2058" y="4671"/>
                </a:lnTo>
                <a:lnTo>
                  <a:pt x="2032" y="4670"/>
                </a:lnTo>
                <a:lnTo>
                  <a:pt x="2006" y="4669"/>
                </a:lnTo>
                <a:lnTo>
                  <a:pt x="1980" y="4668"/>
                </a:lnTo>
                <a:lnTo>
                  <a:pt x="1954" y="4665"/>
                </a:lnTo>
                <a:lnTo>
                  <a:pt x="1929" y="4662"/>
                </a:lnTo>
                <a:lnTo>
                  <a:pt x="1903" y="4658"/>
                </a:lnTo>
                <a:lnTo>
                  <a:pt x="1878" y="4654"/>
                </a:lnTo>
                <a:lnTo>
                  <a:pt x="1852" y="4649"/>
                </a:lnTo>
                <a:lnTo>
                  <a:pt x="1828" y="4644"/>
                </a:lnTo>
                <a:lnTo>
                  <a:pt x="1804" y="4638"/>
                </a:lnTo>
                <a:lnTo>
                  <a:pt x="1779" y="4632"/>
                </a:lnTo>
                <a:lnTo>
                  <a:pt x="1755" y="4625"/>
                </a:lnTo>
                <a:lnTo>
                  <a:pt x="1731" y="4617"/>
                </a:lnTo>
                <a:lnTo>
                  <a:pt x="1708" y="4608"/>
                </a:lnTo>
                <a:lnTo>
                  <a:pt x="1684" y="4599"/>
                </a:lnTo>
                <a:lnTo>
                  <a:pt x="1661" y="4590"/>
                </a:lnTo>
                <a:lnTo>
                  <a:pt x="1616" y="4570"/>
                </a:lnTo>
                <a:lnTo>
                  <a:pt x="1572" y="4547"/>
                </a:lnTo>
                <a:lnTo>
                  <a:pt x="1530" y="4522"/>
                </a:lnTo>
                <a:lnTo>
                  <a:pt x="1488" y="4495"/>
                </a:lnTo>
                <a:lnTo>
                  <a:pt x="1448" y="4467"/>
                </a:lnTo>
                <a:lnTo>
                  <a:pt x="1409" y="4437"/>
                </a:lnTo>
                <a:lnTo>
                  <a:pt x="1373" y="4405"/>
                </a:lnTo>
                <a:lnTo>
                  <a:pt x="1337" y="4371"/>
                </a:lnTo>
                <a:lnTo>
                  <a:pt x="1303" y="4335"/>
                </a:lnTo>
                <a:lnTo>
                  <a:pt x="1271" y="4299"/>
                </a:lnTo>
                <a:lnTo>
                  <a:pt x="1240" y="4260"/>
                </a:lnTo>
                <a:lnTo>
                  <a:pt x="1212" y="4219"/>
                </a:lnTo>
                <a:lnTo>
                  <a:pt x="1185" y="4179"/>
                </a:lnTo>
                <a:lnTo>
                  <a:pt x="1161" y="4136"/>
                </a:lnTo>
                <a:lnTo>
                  <a:pt x="1138" y="4091"/>
                </a:lnTo>
                <a:lnTo>
                  <a:pt x="1118" y="4046"/>
                </a:lnTo>
                <a:lnTo>
                  <a:pt x="1108" y="4023"/>
                </a:lnTo>
                <a:lnTo>
                  <a:pt x="1100" y="4000"/>
                </a:lnTo>
                <a:lnTo>
                  <a:pt x="1091" y="3976"/>
                </a:lnTo>
                <a:lnTo>
                  <a:pt x="1083" y="3952"/>
                </a:lnTo>
                <a:lnTo>
                  <a:pt x="1076" y="3928"/>
                </a:lnTo>
                <a:lnTo>
                  <a:pt x="1069" y="3905"/>
                </a:lnTo>
                <a:lnTo>
                  <a:pt x="1064" y="3879"/>
                </a:lnTo>
                <a:lnTo>
                  <a:pt x="1058" y="3855"/>
                </a:lnTo>
                <a:lnTo>
                  <a:pt x="1053" y="3829"/>
                </a:lnTo>
                <a:lnTo>
                  <a:pt x="1049" y="3805"/>
                </a:lnTo>
                <a:lnTo>
                  <a:pt x="1046" y="3779"/>
                </a:lnTo>
                <a:lnTo>
                  <a:pt x="1043" y="3754"/>
                </a:lnTo>
                <a:lnTo>
                  <a:pt x="1041" y="3727"/>
                </a:lnTo>
                <a:lnTo>
                  <a:pt x="1038" y="3702"/>
                </a:lnTo>
                <a:lnTo>
                  <a:pt x="1037" y="3675"/>
                </a:lnTo>
                <a:lnTo>
                  <a:pt x="1037" y="3649"/>
                </a:lnTo>
                <a:lnTo>
                  <a:pt x="1037" y="3622"/>
                </a:lnTo>
                <a:lnTo>
                  <a:pt x="1038" y="3597"/>
                </a:lnTo>
                <a:lnTo>
                  <a:pt x="1041" y="3571"/>
                </a:lnTo>
                <a:lnTo>
                  <a:pt x="1043" y="3545"/>
                </a:lnTo>
                <a:lnTo>
                  <a:pt x="1046" y="3520"/>
                </a:lnTo>
                <a:lnTo>
                  <a:pt x="1049" y="3494"/>
                </a:lnTo>
                <a:lnTo>
                  <a:pt x="1053" y="3469"/>
                </a:lnTo>
                <a:lnTo>
                  <a:pt x="1058" y="3444"/>
                </a:lnTo>
                <a:lnTo>
                  <a:pt x="1064" y="3419"/>
                </a:lnTo>
                <a:lnTo>
                  <a:pt x="1069" y="3394"/>
                </a:lnTo>
                <a:lnTo>
                  <a:pt x="1076" y="3370"/>
                </a:lnTo>
                <a:lnTo>
                  <a:pt x="1083" y="3346"/>
                </a:lnTo>
                <a:lnTo>
                  <a:pt x="1091" y="3322"/>
                </a:lnTo>
                <a:lnTo>
                  <a:pt x="1100" y="3299"/>
                </a:lnTo>
                <a:lnTo>
                  <a:pt x="1108" y="3275"/>
                </a:lnTo>
                <a:lnTo>
                  <a:pt x="1118" y="3252"/>
                </a:lnTo>
                <a:lnTo>
                  <a:pt x="1138" y="3207"/>
                </a:lnTo>
                <a:lnTo>
                  <a:pt x="1161" y="3163"/>
                </a:lnTo>
                <a:lnTo>
                  <a:pt x="1185" y="3120"/>
                </a:lnTo>
                <a:lnTo>
                  <a:pt x="1212" y="3079"/>
                </a:lnTo>
                <a:lnTo>
                  <a:pt x="1240" y="3039"/>
                </a:lnTo>
                <a:lnTo>
                  <a:pt x="1271" y="3000"/>
                </a:lnTo>
                <a:lnTo>
                  <a:pt x="1303" y="2963"/>
                </a:lnTo>
                <a:lnTo>
                  <a:pt x="1337" y="2928"/>
                </a:lnTo>
                <a:lnTo>
                  <a:pt x="1373" y="2894"/>
                </a:lnTo>
                <a:lnTo>
                  <a:pt x="1409" y="2862"/>
                </a:lnTo>
                <a:lnTo>
                  <a:pt x="1448" y="2831"/>
                </a:lnTo>
                <a:lnTo>
                  <a:pt x="1488" y="2802"/>
                </a:lnTo>
                <a:lnTo>
                  <a:pt x="1530" y="2776"/>
                </a:lnTo>
                <a:lnTo>
                  <a:pt x="1572" y="2752"/>
                </a:lnTo>
                <a:lnTo>
                  <a:pt x="1616" y="2729"/>
                </a:lnTo>
                <a:lnTo>
                  <a:pt x="1661" y="2709"/>
                </a:lnTo>
                <a:lnTo>
                  <a:pt x="1684" y="2700"/>
                </a:lnTo>
                <a:lnTo>
                  <a:pt x="1708" y="2690"/>
                </a:lnTo>
                <a:lnTo>
                  <a:pt x="1731" y="2682"/>
                </a:lnTo>
                <a:lnTo>
                  <a:pt x="1755" y="2674"/>
                </a:lnTo>
                <a:lnTo>
                  <a:pt x="1779" y="2667"/>
                </a:lnTo>
                <a:lnTo>
                  <a:pt x="1804" y="2661"/>
                </a:lnTo>
                <a:lnTo>
                  <a:pt x="1828" y="2655"/>
                </a:lnTo>
                <a:lnTo>
                  <a:pt x="1852" y="2649"/>
                </a:lnTo>
                <a:lnTo>
                  <a:pt x="1878" y="2645"/>
                </a:lnTo>
                <a:lnTo>
                  <a:pt x="1903" y="2640"/>
                </a:lnTo>
                <a:lnTo>
                  <a:pt x="1929" y="2636"/>
                </a:lnTo>
                <a:lnTo>
                  <a:pt x="1954" y="2633"/>
                </a:lnTo>
                <a:lnTo>
                  <a:pt x="1980" y="2631"/>
                </a:lnTo>
                <a:lnTo>
                  <a:pt x="2006" y="2629"/>
                </a:lnTo>
                <a:lnTo>
                  <a:pt x="2032" y="2628"/>
                </a:lnTo>
                <a:lnTo>
                  <a:pt x="2058" y="2628"/>
                </a:lnTo>
                <a:lnTo>
                  <a:pt x="2085" y="2628"/>
                </a:lnTo>
                <a:lnTo>
                  <a:pt x="2111" y="2629"/>
                </a:lnTo>
                <a:lnTo>
                  <a:pt x="2137" y="2631"/>
                </a:lnTo>
                <a:lnTo>
                  <a:pt x="2163" y="2633"/>
                </a:lnTo>
                <a:lnTo>
                  <a:pt x="2189" y="2636"/>
                </a:lnTo>
                <a:lnTo>
                  <a:pt x="2214" y="2640"/>
                </a:lnTo>
                <a:lnTo>
                  <a:pt x="2239" y="2645"/>
                </a:lnTo>
                <a:lnTo>
                  <a:pt x="2264" y="2649"/>
                </a:lnTo>
                <a:lnTo>
                  <a:pt x="2288" y="2655"/>
                </a:lnTo>
                <a:lnTo>
                  <a:pt x="2313" y="2661"/>
                </a:lnTo>
                <a:lnTo>
                  <a:pt x="2337" y="2667"/>
                </a:lnTo>
                <a:lnTo>
                  <a:pt x="2362" y="2674"/>
                </a:lnTo>
                <a:lnTo>
                  <a:pt x="2385" y="2682"/>
                </a:lnTo>
                <a:lnTo>
                  <a:pt x="2410" y="2690"/>
                </a:lnTo>
                <a:lnTo>
                  <a:pt x="2432" y="2700"/>
                </a:lnTo>
                <a:lnTo>
                  <a:pt x="2456" y="2709"/>
                </a:lnTo>
                <a:lnTo>
                  <a:pt x="2500" y="2729"/>
                </a:lnTo>
                <a:lnTo>
                  <a:pt x="2545" y="2752"/>
                </a:lnTo>
                <a:lnTo>
                  <a:pt x="2588" y="2776"/>
                </a:lnTo>
                <a:lnTo>
                  <a:pt x="2629" y="2802"/>
                </a:lnTo>
                <a:lnTo>
                  <a:pt x="2669" y="2831"/>
                </a:lnTo>
                <a:lnTo>
                  <a:pt x="2707" y="2862"/>
                </a:lnTo>
                <a:lnTo>
                  <a:pt x="2745" y="2894"/>
                </a:lnTo>
                <a:lnTo>
                  <a:pt x="2780" y="2928"/>
                </a:lnTo>
                <a:lnTo>
                  <a:pt x="2814" y="2963"/>
                </a:lnTo>
                <a:lnTo>
                  <a:pt x="2846" y="3000"/>
                </a:lnTo>
                <a:lnTo>
                  <a:pt x="2876" y="3039"/>
                </a:lnTo>
                <a:lnTo>
                  <a:pt x="2905" y="3079"/>
                </a:lnTo>
                <a:lnTo>
                  <a:pt x="2931" y="3120"/>
                </a:lnTo>
                <a:lnTo>
                  <a:pt x="2956" y="3163"/>
                </a:lnTo>
                <a:lnTo>
                  <a:pt x="2979" y="3207"/>
                </a:lnTo>
                <a:lnTo>
                  <a:pt x="3000" y="3252"/>
                </a:lnTo>
                <a:lnTo>
                  <a:pt x="3009" y="3275"/>
                </a:lnTo>
                <a:lnTo>
                  <a:pt x="3018" y="3299"/>
                </a:lnTo>
                <a:lnTo>
                  <a:pt x="3026" y="3322"/>
                </a:lnTo>
                <a:lnTo>
                  <a:pt x="3033" y="3346"/>
                </a:lnTo>
                <a:lnTo>
                  <a:pt x="3041" y="3370"/>
                </a:lnTo>
                <a:lnTo>
                  <a:pt x="3047" y="3394"/>
                </a:lnTo>
                <a:lnTo>
                  <a:pt x="3053" y="3419"/>
                </a:lnTo>
                <a:lnTo>
                  <a:pt x="3059" y="3444"/>
                </a:lnTo>
                <a:lnTo>
                  <a:pt x="3064" y="3469"/>
                </a:lnTo>
                <a:lnTo>
                  <a:pt x="3068" y="3494"/>
                </a:lnTo>
                <a:lnTo>
                  <a:pt x="3072" y="3520"/>
                </a:lnTo>
                <a:lnTo>
                  <a:pt x="3074" y="3545"/>
                </a:lnTo>
                <a:lnTo>
                  <a:pt x="3077" y="3571"/>
                </a:lnTo>
                <a:lnTo>
                  <a:pt x="3078" y="3597"/>
                </a:lnTo>
                <a:lnTo>
                  <a:pt x="3079" y="3622"/>
                </a:lnTo>
                <a:lnTo>
                  <a:pt x="3080" y="3649"/>
                </a:lnTo>
                <a:close/>
                <a:moveTo>
                  <a:pt x="0" y="0"/>
                </a:moveTo>
                <a:lnTo>
                  <a:pt x="0" y="462"/>
                </a:lnTo>
                <a:lnTo>
                  <a:pt x="4116" y="462"/>
                </a:lnTo>
                <a:lnTo>
                  <a:pt x="4116" y="0"/>
                </a:lnTo>
                <a:lnTo>
                  <a:pt x="0" y="0"/>
                </a:lnTo>
                <a:close/>
                <a:moveTo>
                  <a:pt x="2024" y="2698"/>
                </a:moveTo>
                <a:lnTo>
                  <a:pt x="1820" y="3321"/>
                </a:lnTo>
                <a:lnTo>
                  <a:pt x="1165" y="3321"/>
                </a:lnTo>
                <a:lnTo>
                  <a:pt x="1159" y="3321"/>
                </a:lnTo>
                <a:lnTo>
                  <a:pt x="1154" y="3323"/>
                </a:lnTo>
                <a:lnTo>
                  <a:pt x="1149" y="3325"/>
                </a:lnTo>
                <a:lnTo>
                  <a:pt x="1143" y="3328"/>
                </a:lnTo>
                <a:lnTo>
                  <a:pt x="1139" y="3331"/>
                </a:lnTo>
                <a:lnTo>
                  <a:pt x="1135" y="3335"/>
                </a:lnTo>
                <a:lnTo>
                  <a:pt x="1133" y="3340"/>
                </a:lnTo>
                <a:lnTo>
                  <a:pt x="1130" y="3345"/>
                </a:lnTo>
                <a:lnTo>
                  <a:pt x="1129" y="3352"/>
                </a:lnTo>
                <a:lnTo>
                  <a:pt x="1129" y="3357"/>
                </a:lnTo>
                <a:lnTo>
                  <a:pt x="1129" y="3363"/>
                </a:lnTo>
                <a:lnTo>
                  <a:pt x="1130" y="3368"/>
                </a:lnTo>
                <a:lnTo>
                  <a:pt x="1132" y="3373"/>
                </a:lnTo>
                <a:lnTo>
                  <a:pt x="1135" y="3378"/>
                </a:lnTo>
                <a:lnTo>
                  <a:pt x="1139" y="3382"/>
                </a:lnTo>
                <a:lnTo>
                  <a:pt x="1143" y="3386"/>
                </a:lnTo>
                <a:lnTo>
                  <a:pt x="1673" y="3772"/>
                </a:lnTo>
                <a:lnTo>
                  <a:pt x="1469" y="4400"/>
                </a:lnTo>
                <a:lnTo>
                  <a:pt x="1468" y="4405"/>
                </a:lnTo>
                <a:lnTo>
                  <a:pt x="1467" y="4411"/>
                </a:lnTo>
                <a:lnTo>
                  <a:pt x="1468" y="4416"/>
                </a:lnTo>
                <a:lnTo>
                  <a:pt x="1469" y="4422"/>
                </a:lnTo>
                <a:lnTo>
                  <a:pt x="1471" y="4427"/>
                </a:lnTo>
                <a:lnTo>
                  <a:pt x="1475" y="4431"/>
                </a:lnTo>
                <a:lnTo>
                  <a:pt x="1479" y="4436"/>
                </a:lnTo>
                <a:lnTo>
                  <a:pt x="1483" y="4439"/>
                </a:lnTo>
                <a:lnTo>
                  <a:pt x="1488" y="4442"/>
                </a:lnTo>
                <a:lnTo>
                  <a:pt x="1493" y="4444"/>
                </a:lnTo>
                <a:lnTo>
                  <a:pt x="1498" y="4446"/>
                </a:lnTo>
                <a:lnTo>
                  <a:pt x="1504" y="4446"/>
                </a:lnTo>
                <a:lnTo>
                  <a:pt x="1509" y="4446"/>
                </a:lnTo>
                <a:lnTo>
                  <a:pt x="1515" y="4444"/>
                </a:lnTo>
                <a:lnTo>
                  <a:pt x="1520" y="4442"/>
                </a:lnTo>
                <a:lnTo>
                  <a:pt x="1525" y="4439"/>
                </a:lnTo>
                <a:lnTo>
                  <a:pt x="2058" y="4052"/>
                </a:lnTo>
                <a:lnTo>
                  <a:pt x="2591" y="4439"/>
                </a:lnTo>
                <a:lnTo>
                  <a:pt x="2596" y="4442"/>
                </a:lnTo>
                <a:lnTo>
                  <a:pt x="2601" y="4444"/>
                </a:lnTo>
                <a:lnTo>
                  <a:pt x="2606" y="4446"/>
                </a:lnTo>
                <a:lnTo>
                  <a:pt x="2612" y="4446"/>
                </a:lnTo>
                <a:lnTo>
                  <a:pt x="2617" y="4446"/>
                </a:lnTo>
                <a:lnTo>
                  <a:pt x="2623" y="4444"/>
                </a:lnTo>
                <a:lnTo>
                  <a:pt x="2628" y="4442"/>
                </a:lnTo>
                <a:lnTo>
                  <a:pt x="2633" y="4439"/>
                </a:lnTo>
                <a:lnTo>
                  <a:pt x="2638" y="4436"/>
                </a:lnTo>
                <a:lnTo>
                  <a:pt x="2641" y="4431"/>
                </a:lnTo>
                <a:lnTo>
                  <a:pt x="2644" y="4427"/>
                </a:lnTo>
                <a:lnTo>
                  <a:pt x="2646" y="4422"/>
                </a:lnTo>
                <a:lnTo>
                  <a:pt x="2648" y="4416"/>
                </a:lnTo>
                <a:lnTo>
                  <a:pt x="2648" y="4411"/>
                </a:lnTo>
                <a:lnTo>
                  <a:pt x="2648" y="4405"/>
                </a:lnTo>
                <a:lnTo>
                  <a:pt x="2646" y="4400"/>
                </a:lnTo>
                <a:lnTo>
                  <a:pt x="2442" y="3772"/>
                </a:lnTo>
                <a:lnTo>
                  <a:pt x="2973" y="3386"/>
                </a:lnTo>
                <a:lnTo>
                  <a:pt x="2977" y="3382"/>
                </a:lnTo>
                <a:lnTo>
                  <a:pt x="2981" y="3378"/>
                </a:lnTo>
                <a:lnTo>
                  <a:pt x="2984" y="3373"/>
                </a:lnTo>
                <a:lnTo>
                  <a:pt x="2986" y="3368"/>
                </a:lnTo>
                <a:lnTo>
                  <a:pt x="2987" y="3363"/>
                </a:lnTo>
                <a:lnTo>
                  <a:pt x="2988" y="3357"/>
                </a:lnTo>
                <a:lnTo>
                  <a:pt x="2987" y="3352"/>
                </a:lnTo>
                <a:lnTo>
                  <a:pt x="2986" y="3345"/>
                </a:lnTo>
                <a:lnTo>
                  <a:pt x="2984" y="3340"/>
                </a:lnTo>
                <a:lnTo>
                  <a:pt x="2981" y="3335"/>
                </a:lnTo>
                <a:lnTo>
                  <a:pt x="2977" y="3331"/>
                </a:lnTo>
                <a:lnTo>
                  <a:pt x="2973" y="3328"/>
                </a:lnTo>
                <a:lnTo>
                  <a:pt x="2968" y="3325"/>
                </a:lnTo>
                <a:lnTo>
                  <a:pt x="2963" y="3323"/>
                </a:lnTo>
                <a:lnTo>
                  <a:pt x="2958" y="3321"/>
                </a:lnTo>
                <a:lnTo>
                  <a:pt x="2952" y="3321"/>
                </a:lnTo>
                <a:lnTo>
                  <a:pt x="2296" y="3321"/>
                </a:lnTo>
                <a:lnTo>
                  <a:pt x="2093" y="2698"/>
                </a:lnTo>
                <a:lnTo>
                  <a:pt x="2091" y="2691"/>
                </a:lnTo>
                <a:lnTo>
                  <a:pt x="2088" y="2687"/>
                </a:lnTo>
                <a:lnTo>
                  <a:pt x="2084" y="2682"/>
                </a:lnTo>
                <a:lnTo>
                  <a:pt x="2080" y="2679"/>
                </a:lnTo>
                <a:lnTo>
                  <a:pt x="2075" y="2676"/>
                </a:lnTo>
                <a:lnTo>
                  <a:pt x="2069" y="2674"/>
                </a:lnTo>
                <a:lnTo>
                  <a:pt x="2064" y="2673"/>
                </a:lnTo>
                <a:lnTo>
                  <a:pt x="2058" y="2672"/>
                </a:lnTo>
                <a:lnTo>
                  <a:pt x="2053" y="2673"/>
                </a:lnTo>
                <a:lnTo>
                  <a:pt x="2047" y="2674"/>
                </a:lnTo>
                <a:lnTo>
                  <a:pt x="2042" y="2676"/>
                </a:lnTo>
                <a:lnTo>
                  <a:pt x="2037" y="2679"/>
                </a:lnTo>
                <a:lnTo>
                  <a:pt x="2033" y="2682"/>
                </a:lnTo>
                <a:lnTo>
                  <a:pt x="2030" y="2687"/>
                </a:lnTo>
                <a:lnTo>
                  <a:pt x="2027" y="2691"/>
                </a:lnTo>
                <a:lnTo>
                  <a:pt x="2024" y="269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" name="硬币"/>
          <p:cNvSpPr/>
          <p:nvPr/>
        </p:nvSpPr>
        <p:spPr bwMode="auto">
          <a:xfrm>
            <a:off x="6882765" y="3566160"/>
            <a:ext cx="421640" cy="421640"/>
          </a:xfrm>
          <a:custGeom>
            <a:avLst/>
            <a:gdLst>
              <a:gd name="T0" fmla="*/ 278720 w 1639888"/>
              <a:gd name="T1" fmla="*/ 1174261 h 1279525"/>
              <a:gd name="T2" fmla="*/ 622754 w 1639888"/>
              <a:gd name="T3" fmla="*/ 1125017 h 1279525"/>
              <a:gd name="T4" fmla="*/ 562202 w 1639888"/>
              <a:gd name="T5" fmla="*/ 1253548 h 1279525"/>
              <a:gd name="T6" fmla="*/ 129948 w 1639888"/>
              <a:gd name="T7" fmla="*/ 1263939 h 1279525"/>
              <a:gd name="T8" fmla="*/ 1116918 w 1639888"/>
              <a:gd name="T9" fmla="*/ 1008063 h 1279525"/>
              <a:gd name="T10" fmla="*/ 978506 w 1639888"/>
              <a:gd name="T11" fmla="*/ 1167440 h 1279525"/>
              <a:gd name="T12" fmla="*/ 797664 w 1639888"/>
              <a:gd name="T13" fmla="*/ 1075457 h 1279525"/>
              <a:gd name="T14" fmla="*/ 1111018 w 1639888"/>
              <a:gd name="T15" fmla="*/ 1015121 h 1279525"/>
              <a:gd name="T16" fmla="*/ 234724 w 1639888"/>
              <a:gd name="T17" fmla="*/ 1037369 h 1279525"/>
              <a:gd name="T18" fmla="*/ 607106 w 1639888"/>
              <a:gd name="T19" fmla="*/ 998692 h 1279525"/>
              <a:gd name="T20" fmla="*/ 599395 w 1639888"/>
              <a:gd name="T21" fmla="*/ 1103188 h 1279525"/>
              <a:gd name="T22" fmla="*/ 183016 w 1639888"/>
              <a:gd name="T23" fmla="*/ 1133723 h 1279525"/>
              <a:gd name="T24" fmla="*/ 227 w 1639888"/>
              <a:gd name="T25" fmla="*/ 979919 h 1279525"/>
              <a:gd name="T26" fmla="*/ 1026156 w 1639888"/>
              <a:gd name="T27" fmla="*/ 1019474 h 1279525"/>
              <a:gd name="T28" fmla="*/ 712348 w 1639888"/>
              <a:gd name="T29" fmla="*/ 937972 h 1279525"/>
              <a:gd name="T30" fmla="*/ 1081748 w 1639888"/>
              <a:gd name="T31" fmla="*/ 898934 h 1279525"/>
              <a:gd name="T32" fmla="*/ 1600918 w 1639888"/>
              <a:gd name="T33" fmla="*/ 983633 h 1279525"/>
              <a:gd name="T34" fmla="*/ 1162050 w 1639888"/>
              <a:gd name="T35" fmla="*/ 1015508 h 1279525"/>
              <a:gd name="T36" fmla="*/ 1566479 w 1639888"/>
              <a:gd name="T37" fmla="*/ 890739 h 1279525"/>
              <a:gd name="T38" fmla="*/ 562202 w 1639888"/>
              <a:gd name="T39" fmla="*/ 792893 h 1279525"/>
              <a:gd name="T40" fmla="*/ 637949 w 1639888"/>
              <a:gd name="T41" fmla="*/ 944673 h 1279525"/>
              <a:gd name="T42" fmla="*/ 290059 w 1639888"/>
              <a:gd name="T43" fmla="*/ 1006022 h 1279525"/>
              <a:gd name="T44" fmla="*/ 2495 w 1639888"/>
              <a:gd name="T45" fmla="*/ 936948 h 1279525"/>
              <a:gd name="T46" fmla="*/ 129948 w 1639888"/>
              <a:gd name="T47" fmla="*/ 782668 h 1279525"/>
              <a:gd name="T48" fmla="*/ 1106254 w 1639888"/>
              <a:gd name="T49" fmla="*/ 851582 h 1279525"/>
              <a:gd name="T50" fmla="*/ 740031 w 1639888"/>
              <a:gd name="T51" fmla="*/ 906685 h 1279525"/>
              <a:gd name="T52" fmla="*/ 954229 w 1639888"/>
              <a:gd name="T53" fmla="*/ 798528 h 1279525"/>
              <a:gd name="T54" fmla="*/ 1639435 w 1639888"/>
              <a:gd name="T55" fmla="*/ 812094 h 1279525"/>
              <a:gd name="T56" fmla="*/ 1397684 w 1639888"/>
              <a:gd name="T57" fmla="*/ 885151 h 1279525"/>
              <a:gd name="T58" fmla="*/ 1433029 w 1639888"/>
              <a:gd name="T59" fmla="*/ 781108 h 1279525"/>
              <a:gd name="T60" fmla="*/ 478292 w 1639888"/>
              <a:gd name="T61" fmla="*/ 620723 h 1279525"/>
              <a:gd name="T62" fmla="*/ 765629 w 1639888"/>
              <a:gd name="T63" fmla="*/ 688627 h 1279525"/>
              <a:gd name="T64" fmla="*/ 1111705 w 1639888"/>
              <a:gd name="T65" fmla="*/ 628218 h 1279525"/>
              <a:gd name="T66" fmla="*/ 1047071 w 1639888"/>
              <a:gd name="T67" fmla="*/ 747219 h 1279525"/>
              <a:gd name="T68" fmla="*/ 583747 w 1639888"/>
              <a:gd name="T69" fmla="*/ 750398 h 1279525"/>
              <a:gd name="T70" fmla="*/ 1639888 w 1639888"/>
              <a:gd name="T71" fmla="*/ 674375 h 1279525"/>
              <a:gd name="T72" fmla="*/ 1413317 w 1639888"/>
              <a:gd name="T73" fmla="*/ 748833 h 1279525"/>
              <a:gd name="T74" fmla="*/ 1420568 w 1639888"/>
              <a:gd name="T75" fmla="*/ 648873 h 1279525"/>
              <a:gd name="T76" fmla="*/ 1639888 w 1639888"/>
              <a:gd name="T77" fmla="*/ 540662 h 1279525"/>
              <a:gd name="T78" fmla="*/ 1428271 w 1639888"/>
              <a:gd name="T79" fmla="*/ 615710 h 1279525"/>
              <a:gd name="T80" fmla="*/ 1410598 w 1639888"/>
              <a:gd name="T81" fmla="*/ 530201 h 1279525"/>
              <a:gd name="T82" fmla="*/ 1639435 w 1639888"/>
              <a:gd name="T83" fmla="*/ 457200 h 1279525"/>
              <a:gd name="T84" fmla="*/ 1112612 w 1639888"/>
              <a:gd name="T85" fmla="*/ 477318 h 1279525"/>
              <a:gd name="T86" fmla="*/ 1037092 w 1639888"/>
              <a:gd name="T87" fmla="*/ 627867 h 1279525"/>
              <a:gd name="T88" fmla="*/ 604611 w 1639888"/>
              <a:gd name="T89" fmla="*/ 638024 h 1279525"/>
              <a:gd name="T90" fmla="*/ 477158 w 1639888"/>
              <a:gd name="T91" fmla="*/ 485218 h 1279525"/>
              <a:gd name="T92" fmla="*/ 764722 w 1639888"/>
              <a:gd name="T93" fmla="*/ 416150 h 1279525"/>
              <a:gd name="T94" fmla="*/ 1211036 w 1639888"/>
              <a:gd name="T95" fmla="*/ 402506 h 1279525"/>
              <a:gd name="T96" fmla="*/ 1599747 w 1639888"/>
              <a:gd name="T97" fmla="*/ 365666 h 1279525"/>
              <a:gd name="T98" fmla="*/ 1608138 w 1639888"/>
              <a:gd name="T99" fmla="*/ 454809 h 1279525"/>
              <a:gd name="T100" fmla="*/ 1179059 w 1639888"/>
              <a:gd name="T101" fmla="*/ 492558 h 1279525"/>
              <a:gd name="T102" fmla="*/ 993775 w 1639888"/>
              <a:gd name="T103" fmla="*/ 338378 h 1279525"/>
              <a:gd name="T104" fmla="*/ 1228499 w 1639888"/>
              <a:gd name="T105" fmla="*/ 269405 h 1279525"/>
              <a:gd name="T106" fmla="*/ 1600881 w 1639888"/>
              <a:gd name="T107" fmla="*/ 230367 h 1279525"/>
              <a:gd name="T108" fmla="*/ 1593170 w 1639888"/>
              <a:gd name="T109" fmla="*/ 336068 h 1279525"/>
              <a:gd name="T110" fmla="*/ 1176791 w 1639888"/>
              <a:gd name="T111" fmla="*/ 366888 h 1279525"/>
              <a:gd name="T112" fmla="*/ 994002 w 1639888"/>
              <a:gd name="T113" fmla="*/ 211418 h 1279525"/>
              <a:gd name="T114" fmla="*/ 1620158 w 1639888"/>
              <a:gd name="T115" fmla="*/ 52139 h 1279525"/>
              <a:gd name="T116" fmla="*/ 1584779 w 1639888"/>
              <a:gd name="T117" fmla="*/ 203140 h 1279525"/>
              <a:gd name="T118" fmla="*/ 1162957 w 1639888"/>
              <a:gd name="T119" fmla="*/ 228645 h 1279525"/>
              <a:gd name="T120" fmla="*/ 994229 w 1639888"/>
              <a:gd name="T121" fmla="*/ 75161 h 1279525"/>
              <a:gd name="T122" fmla="*/ 1236209 w 1639888"/>
              <a:gd name="T123" fmla="*/ 2708 h 12795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639888" h="1279525">
                <a:moveTo>
                  <a:pt x="4082" y="1108075"/>
                </a:moveTo>
                <a:lnTo>
                  <a:pt x="6804" y="1111464"/>
                </a:lnTo>
                <a:lnTo>
                  <a:pt x="9752" y="1115078"/>
                </a:lnTo>
                <a:lnTo>
                  <a:pt x="13834" y="1118466"/>
                </a:lnTo>
                <a:lnTo>
                  <a:pt x="18143" y="1121854"/>
                </a:lnTo>
                <a:lnTo>
                  <a:pt x="23132" y="1125017"/>
                </a:lnTo>
                <a:lnTo>
                  <a:pt x="28802" y="1128179"/>
                </a:lnTo>
                <a:lnTo>
                  <a:pt x="35152" y="1131342"/>
                </a:lnTo>
                <a:lnTo>
                  <a:pt x="41729" y="1134504"/>
                </a:lnTo>
                <a:lnTo>
                  <a:pt x="48986" y="1137441"/>
                </a:lnTo>
                <a:lnTo>
                  <a:pt x="56697" y="1140377"/>
                </a:lnTo>
                <a:lnTo>
                  <a:pt x="64861" y="1143314"/>
                </a:lnTo>
                <a:lnTo>
                  <a:pt x="73479" y="1145799"/>
                </a:lnTo>
                <a:lnTo>
                  <a:pt x="82550" y="1148509"/>
                </a:lnTo>
                <a:lnTo>
                  <a:pt x="91848" y="1150994"/>
                </a:lnTo>
                <a:lnTo>
                  <a:pt x="102054" y="1153479"/>
                </a:lnTo>
                <a:lnTo>
                  <a:pt x="112486" y="1155738"/>
                </a:lnTo>
                <a:lnTo>
                  <a:pt x="123372" y="1157997"/>
                </a:lnTo>
                <a:lnTo>
                  <a:pt x="134484" y="1160030"/>
                </a:lnTo>
                <a:lnTo>
                  <a:pt x="146050" y="1161837"/>
                </a:lnTo>
                <a:lnTo>
                  <a:pt x="157843" y="1163644"/>
                </a:lnTo>
                <a:lnTo>
                  <a:pt x="170090" y="1165451"/>
                </a:lnTo>
                <a:lnTo>
                  <a:pt x="182790" y="1167032"/>
                </a:lnTo>
                <a:lnTo>
                  <a:pt x="195490" y="1168388"/>
                </a:lnTo>
                <a:lnTo>
                  <a:pt x="208643" y="1169743"/>
                </a:lnTo>
                <a:lnTo>
                  <a:pt x="222250" y="1170872"/>
                </a:lnTo>
                <a:lnTo>
                  <a:pt x="236084" y="1171776"/>
                </a:lnTo>
                <a:lnTo>
                  <a:pt x="249918" y="1172905"/>
                </a:lnTo>
                <a:lnTo>
                  <a:pt x="264206" y="1173583"/>
                </a:lnTo>
                <a:lnTo>
                  <a:pt x="278720" y="1174261"/>
                </a:lnTo>
                <a:lnTo>
                  <a:pt x="293234" y="1174487"/>
                </a:lnTo>
                <a:lnTo>
                  <a:pt x="308202" y="1174938"/>
                </a:lnTo>
                <a:lnTo>
                  <a:pt x="323170" y="1174938"/>
                </a:lnTo>
                <a:lnTo>
                  <a:pt x="338138" y="1174938"/>
                </a:lnTo>
                <a:lnTo>
                  <a:pt x="352879" y="1174487"/>
                </a:lnTo>
                <a:lnTo>
                  <a:pt x="367620" y="1174261"/>
                </a:lnTo>
                <a:lnTo>
                  <a:pt x="382134" y="1173583"/>
                </a:lnTo>
                <a:lnTo>
                  <a:pt x="395968" y="1172905"/>
                </a:lnTo>
                <a:lnTo>
                  <a:pt x="410029" y="1171776"/>
                </a:lnTo>
                <a:lnTo>
                  <a:pt x="423863" y="1170872"/>
                </a:lnTo>
                <a:lnTo>
                  <a:pt x="437243" y="1169743"/>
                </a:lnTo>
                <a:lnTo>
                  <a:pt x="450624" y="1168388"/>
                </a:lnTo>
                <a:lnTo>
                  <a:pt x="463550" y="1167032"/>
                </a:lnTo>
                <a:lnTo>
                  <a:pt x="475797" y="1165451"/>
                </a:lnTo>
                <a:lnTo>
                  <a:pt x="488270" y="1163644"/>
                </a:lnTo>
                <a:lnTo>
                  <a:pt x="500063" y="1161837"/>
                </a:lnTo>
                <a:lnTo>
                  <a:pt x="511629" y="1160030"/>
                </a:lnTo>
                <a:lnTo>
                  <a:pt x="522968" y="1157997"/>
                </a:lnTo>
                <a:lnTo>
                  <a:pt x="533627" y="1155738"/>
                </a:lnTo>
                <a:lnTo>
                  <a:pt x="544060" y="1153479"/>
                </a:lnTo>
                <a:lnTo>
                  <a:pt x="554038" y="1150994"/>
                </a:lnTo>
                <a:lnTo>
                  <a:pt x="563563" y="1148509"/>
                </a:lnTo>
                <a:lnTo>
                  <a:pt x="572635" y="1145799"/>
                </a:lnTo>
                <a:lnTo>
                  <a:pt x="581252" y="1143314"/>
                </a:lnTo>
                <a:lnTo>
                  <a:pt x="589643" y="1140377"/>
                </a:lnTo>
                <a:lnTo>
                  <a:pt x="597354" y="1137441"/>
                </a:lnTo>
                <a:lnTo>
                  <a:pt x="604611" y="1134504"/>
                </a:lnTo>
                <a:lnTo>
                  <a:pt x="610961" y="1131342"/>
                </a:lnTo>
                <a:lnTo>
                  <a:pt x="617085" y="1128179"/>
                </a:lnTo>
                <a:lnTo>
                  <a:pt x="622754" y="1125017"/>
                </a:lnTo>
                <a:lnTo>
                  <a:pt x="627970" y="1121854"/>
                </a:lnTo>
                <a:lnTo>
                  <a:pt x="632279" y="1118466"/>
                </a:lnTo>
                <a:lnTo>
                  <a:pt x="636135" y="1115078"/>
                </a:lnTo>
                <a:lnTo>
                  <a:pt x="639310" y="1111464"/>
                </a:lnTo>
                <a:lnTo>
                  <a:pt x="642031" y="1108075"/>
                </a:lnTo>
                <a:lnTo>
                  <a:pt x="643845" y="1111238"/>
                </a:lnTo>
                <a:lnTo>
                  <a:pt x="644979" y="1114400"/>
                </a:lnTo>
                <a:lnTo>
                  <a:pt x="645886" y="1117563"/>
                </a:lnTo>
                <a:lnTo>
                  <a:pt x="646113" y="1120499"/>
                </a:lnTo>
                <a:lnTo>
                  <a:pt x="646113" y="1200012"/>
                </a:lnTo>
                <a:lnTo>
                  <a:pt x="645886" y="1202271"/>
                </a:lnTo>
                <a:lnTo>
                  <a:pt x="645660" y="1204304"/>
                </a:lnTo>
                <a:lnTo>
                  <a:pt x="645206" y="1206337"/>
                </a:lnTo>
                <a:lnTo>
                  <a:pt x="644526" y="1208144"/>
                </a:lnTo>
                <a:lnTo>
                  <a:pt x="643619" y="1210403"/>
                </a:lnTo>
                <a:lnTo>
                  <a:pt x="642485" y="1212210"/>
                </a:lnTo>
                <a:lnTo>
                  <a:pt x="640897" y="1214243"/>
                </a:lnTo>
                <a:lnTo>
                  <a:pt x="639536" y="1216050"/>
                </a:lnTo>
                <a:lnTo>
                  <a:pt x="637949" y="1218083"/>
                </a:lnTo>
                <a:lnTo>
                  <a:pt x="635908" y="1220116"/>
                </a:lnTo>
                <a:lnTo>
                  <a:pt x="631599" y="1223731"/>
                </a:lnTo>
                <a:lnTo>
                  <a:pt x="626383" y="1227571"/>
                </a:lnTo>
                <a:lnTo>
                  <a:pt x="620713" y="1230959"/>
                </a:lnTo>
                <a:lnTo>
                  <a:pt x="614363" y="1234573"/>
                </a:lnTo>
                <a:lnTo>
                  <a:pt x="607106" y="1237962"/>
                </a:lnTo>
                <a:lnTo>
                  <a:pt x="599395" y="1241350"/>
                </a:lnTo>
                <a:lnTo>
                  <a:pt x="591004" y="1244512"/>
                </a:lnTo>
                <a:lnTo>
                  <a:pt x="581933" y="1247675"/>
                </a:lnTo>
                <a:lnTo>
                  <a:pt x="572408" y="1250611"/>
                </a:lnTo>
                <a:lnTo>
                  <a:pt x="562202" y="1253548"/>
                </a:lnTo>
                <a:lnTo>
                  <a:pt x="551317" y="1256259"/>
                </a:lnTo>
                <a:lnTo>
                  <a:pt x="540204" y="1258969"/>
                </a:lnTo>
                <a:lnTo>
                  <a:pt x="528411" y="1261454"/>
                </a:lnTo>
                <a:lnTo>
                  <a:pt x="516392" y="1263939"/>
                </a:lnTo>
                <a:lnTo>
                  <a:pt x="503692" y="1265972"/>
                </a:lnTo>
                <a:lnTo>
                  <a:pt x="490538" y="1268005"/>
                </a:lnTo>
                <a:lnTo>
                  <a:pt x="476931" y="1270038"/>
                </a:lnTo>
                <a:lnTo>
                  <a:pt x="463097" y="1271845"/>
                </a:lnTo>
                <a:lnTo>
                  <a:pt x="448809" y="1273426"/>
                </a:lnTo>
                <a:lnTo>
                  <a:pt x="434295" y="1274782"/>
                </a:lnTo>
                <a:lnTo>
                  <a:pt x="419327" y="1276137"/>
                </a:lnTo>
                <a:lnTo>
                  <a:pt x="403679" y="1277266"/>
                </a:lnTo>
                <a:lnTo>
                  <a:pt x="388031" y="1277944"/>
                </a:lnTo>
                <a:lnTo>
                  <a:pt x="372156" y="1278622"/>
                </a:lnTo>
                <a:lnTo>
                  <a:pt x="356054" y="1279299"/>
                </a:lnTo>
                <a:lnTo>
                  <a:pt x="339725" y="1279525"/>
                </a:lnTo>
                <a:lnTo>
                  <a:pt x="323170" y="1279525"/>
                </a:lnTo>
                <a:lnTo>
                  <a:pt x="306388" y="1279525"/>
                </a:lnTo>
                <a:lnTo>
                  <a:pt x="290059" y="1279299"/>
                </a:lnTo>
                <a:lnTo>
                  <a:pt x="273957" y="1278622"/>
                </a:lnTo>
                <a:lnTo>
                  <a:pt x="258082" y="1277944"/>
                </a:lnTo>
                <a:lnTo>
                  <a:pt x="242434" y="1277266"/>
                </a:lnTo>
                <a:lnTo>
                  <a:pt x="227013" y="1276137"/>
                </a:lnTo>
                <a:lnTo>
                  <a:pt x="212045" y="1274782"/>
                </a:lnTo>
                <a:lnTo>
                  <a:pt x="197304" y="1273426"/>
                </a:lnTo>
                <a:lnTo>
                  <a:pt x="183016" y="1271845"/>
                </a:lnTo>
                <a:lnTo>
                  <a:pt x="169182" y="1270038"/>
                </a:lnTo>
                <a:lnTo>
                  <a:pt x="155575" y="1268005"/>
                </a:lnTo>
                <a:lnTo>
                  <a:pt x="142422" y="1265972"/>
                </a:lnTo>
                <a:lnTo>
                  <a:pt x="129948" y="1263939"/>
                </a:lnTo>
                <a:lnTo>
                  <a:pt x="117475" y="1261454"/>
                </a:lnTo>
                <a:lnTo>
                  <a:pt x="105682" y="1258969"/>
                </a:lnTo>
                <a:lnTo>
                  <a:pt x="94570" y="1256259"/>
                </a:lnTo>
                <a:lnTo>
                  <a:pt x="83911" y="1253548"/>
                </a:lnTo>
                <a:lnTo>
                  <a:pt x="73706" y="1250611"/>
                </a:lnTo>
                <a:lnTo>
                  <a:pt x="64181" y="1247675"/>
                </a:lnTo>
                <a:lnTo>
                  <a:pt x="55109" y="1244512"/>
                </a:lnTo>
                <a:lnTo>
                  <a:pt x="46718" y="1241350"/>
                </a:lnTo>
                <a:lnTo>
                  <a:pt x="38781" y="1237962"/>
                </a:lnTo>
                <a:lnTo>
                  <a:pt x="31750" y="1234573"/>
                </a:lnTo>
                <a:lnTo>
                  <a:pt x="25173" y="1230959"/>
                </a:lnTo>
                <a:lnTo>
                  <a:pt x="19730" y="1227571"/>
                </a:lnTo>
                <a:lnTo>
                  <a:pt x="14514" y="1223731"/>
                </a:lnTo>
                <a:lnTo>
                  <a:pt x="9979" y="1220116"/>
                </a:lnTo>
                <a:lnTo>
                  <a:pt x="8164" y="1218083"/>
                </a:lnTo>
                <a:lnTo>
                  <a:pt x="6577" y="1216050"/>
                </a:lnTo>
                <a:lnTo>
                  <a:pt x="4989" y="1214243"/>
                </a:lnTo>
                <a:lnTo>
                  <a:pt x="3855" y="1212210"/>
                </a:lnTo>
                <a:lnTo>
                  <a:pt x="2495" y="1210403"/>
                </a:lnTo>
                <a:lnTo>
                  <a:pt x="1588" y="1208144"/>
                </a:lnTo>
                <a:lnTo>
                  <a:pt x="907" y="1206337"/>
                </a:lnTo>
                <a:lnTo>
                  <a:pt x="454" y="1204304"/>
                </a:lnTo>
                <a:lnTo>
                  <a:pt x="0" y="1202271"/>
                </a:lnTo>
                <a:lnTo>
                  <a:pt x="0" y="1200012"/>
                </a:lnTo>
                <a:lnTo>
                  <a:pt x="0" y="1120499"/>
                </a:lnTo>
                <a:lnTo>
                  <a:pt x="227" y="1117563"/>
                </a:lnTo>
                <a:lnTo>
                  <a:pt x="907" y="1114400"/>
                </a:lnTo>
                <a:lnTo>
                  <a:pt x="2268" y="1111238"/>
                </a:lnTo>
                <a:lnTo>
                  <a:pt x="4082" y="1108075"/>
                </a:lnTo>
                <a:close/>
                <a:moveTo>
                  <a:pt x="1116918" y="1008063"/>
                </a:moveTo>
                <a:lnTo>
                  <a:pt x="1118506" y="1011251"/>
                </a:lnTo>
                <a:lnTo>
                  <a:pt x="1119868" y="1014438"/>
                </a:lnTo>
                <a:lnTo>
                  <a:pt x="1120548" y="1017626"/>
                </a:lnTo>
                <a:lnTo>
                  <a:pt x="1120775" y="1020813"/>
                </a:lnTo>
                <a:lnTo>
                  <a:pt x="1120775" y="1100957"/>
                </a:lnTo>
                <a:lnTo>
                  <a:pt x="1120775" y="1103006"/>
                </a:lnTo>
                <a:lnTo>
                  <a:pt x="1120548" y="1105056"/>
                </a:lnTo>
                <a:lnTo>
                  <a:pt x="1119868" y="1107105"/>
                </a:lnTo>
                <a:lnTo>
                  <a:pt x="1119187" y="1109154"/>
                </a:lnTo>
                <a:lnTo>
                  <a:pt x="1118279" y="1110975"/>
                </a:lnTo>
                <a:lnTo>
                  <a:pt x="1117372" y="1113024"/>
                </a:lnTo>
                <a:lnTo>
                  <a:pt x="1116010" y="1115074"/>
                </a:lnTo>
                <a:lnTo>
                  <a:pt x="1114195" y="1117123"/>
                </a:lnTo>
                <a:lnTo>
                  <a:pt x="1112607" y="1118944"/>
                </a:lnTo>
                <a:lnTo>
                  <a:pt x="1110791" y="1120993"/>
                </a:lnTo>
                <a:lnTo>
                  <a:pt x="1106253" y="1124636"/>
                </a:lnTo>
                <a:lnTo>
                  <a:pt x="1101488" y="1128507"/>
                </a:lnTo>
                <a:lnTo>
                  <a:pt x="1095589" y="1132150"/>
                </a:lnTo>
                <a:lnTo>
                  <a:pt x="1089009" y="1135793"/>
                </a:lnTo>
                <a:lnTo>
                  <a:pt x="1081975" y="1139208"/>
                </a:lnTo>
                <a:lnTo>
                  <a:pt x="1074260" y="1142395"/>
                </a:lnTo>
                <a:lnTo>
                  <a:pt x="1065864" y="1145811"/>
                </a:lnTo>
                <a:lnTo>
                  <a:pt x="1056788" y="1148770"/>
                </a:lnTo>
                <a:lnTo>
                  <a:pt x="1047031" y="1151958"/>
                </a:lnTo>
                <a:lnTo>
                  <a:pt x="1037048" y="1154690"/>
                </a:lnTo>
                <a:lnTo>
                  <a:pt x="1026156" y="1157422"/>
                </a:lnTo>
                <a:lnTo>
                  <a:pt x="1015038" y="1160155"/>
                </a:lnTo>
                <a:lnTo>
                  <a:pt x="1003239" y="1162659"/>
                </a:lnTo>
                <a:lnTo>
                  <a:pt x="991213" y="1164936"/>
                </a:lnTo>
                <a:lnTo>
                  <a:pt x="978506" y="1167440"/>
                </a:lnTo>
                <a:lnTo>
                  <a:pt x="965346" y="1169489"/>
                </a:lnTo>
                <a:lnTo>
                  <a:pt x="951732" y="1171311"/>
                </a:lnTo>
                <a:lnTo>
                  <a:pt x="937890" y="1173132"/>
                </a:lnTo>
                <a:lnTo>
                  <a:pt x="923596" y="1174726"/>
                </a:lnTo>
                <a:lnTo>
                  <a:pt x="908847" y="1176092"/>
                </a:lnTo>
                <a:lnTo>
                  <a:pt x="893871" y="1177458"/>
                </a:lnTo>
                <a:lnTo>
                  <a:pt x="878669" y="1178369"/>
                </a:lnTo>
                <a:lnTo>
                  <a:pt x="862785" y="1179280"/>
                </a:lnTo>
                <a:lnTo>
                  <a:pt x="846902" y="1179963"/>
                </a:lnTo>
                <a:lnTo>
                  <a:pt x="830792" y="1180646"/>
                </a:lnTo>
                <a:lnTo>
                  <a:pt x="814455" y="1181101"/>
                </a:lnTo>
                <a:lnTo>
                  <a:pt x="797664" y="1181101"/>
                </a:lnTo>
                <a:lnTo>
                  <a:pt x="783142" y="1181101"/>
                </a:lnTo>
                <a:lnTo>
                  <a:pt x="768620" y="1180874"/>
                </a:lnTo>
                <a:lnTo>
                  <a:pt x="754098" y="1180418"/>
                </a:lnTo>
                <a:lnTo>
                  <a:pt x="740030" y="1179735"/>
                </a:lnTo>
                <a:lnTo>
                  <a:pt x="726189" y="1179052"/>
                </a:lnTo>
                <a:lnTo>
                  <a:pt x="712348" y="1178141"/>
                </a:lnTo>
                <a:lnTo>
                  <a:pt x="698734" y="1177231"/>
                </a:lnTo>
                <a:lnTo>
                  <a:pt x="685800" y="1176092"/>
                </a:lnTo>
                <a:lnTo>
                  <a:pt x="685800" y="1097087"/>
                </a:lnTo>
                <a:lnTo>
                  <a:pt x="685800" y="1070676"/>
                </a:lnTo>
                <a:lnTo>
                  <a:pt x="698734" y="1071586"/>
                </a:lnTo>
                <a:lnTo>
                  <a:pt x="712348" y="1072725"/>
                </a:lnTo>
                <a:lnTo>
                  <a:pt x="726189" y="1073408"/>
                </a:lnTo>
                <a:lnTo>
                  <a:pt x="740030" y="1074091"/>
                </a:lnTo>
                <a:lnTo>
                  <a:pt x="754098" y="1074774"/>
                </a:lnTo>
                <a:lnTo>
                  <a:pt x="768620" y="1075002"/>
                </a:lnTo>
                <a:lnTo>
                  <a:pt x="783142" y="1075229"/>
                </a:lnTo>
                <a:lnTo>
                  <a:pt x="797664" y="1075457"/>
                </a:lnTo>
                <a:lnTo>
                  <a:pt x="812866" y="1075229"/>
                </a:lnTo>
                <a:lnTo>
                  <a:pt x="827615" y="1075002"/>
                </a:lnTo>
                <a:lnTo>
                  <a:pt x="842364" y="1074546"/>
                </a:lnTo>
                <a:lnTo>
                  <a:pt x="856659" y="1074091"/>
                </a:lnTo>
                <a:lnTo>
                  <a:pt x="870727" y="1073408"/>
                </a:lnTo>
                <a:lnTo>
                  <a:pt x="884795" y="1072497"/>
                </a:lnTo>
                <a:lnTo>
                  <a:pt x="898409" y="1071586"/>
                </a:lnTo>
                <a:lnTo>
                  <a:pt x="912023" y="1070448"/>
                </a:lnTo>
                <a:lnTo>
                  <a:pt x="925184" y="1069082"/>
                </a:lnTo>
                <a:lnTo>
                  <a:pt x="938117" y="1067488"/>
                </a:lnTo>
                <a:lnTo>
                  <a:pt x="950597" y="1065894"/>
                </a:lnTo>
                <a:lnTo>
                  <a:pt x="962850" y="1064301"/>
                </a:lnTo>
                <a:lnTo>
                  <a:pt x="974876" y="1062479"/>
                </a:lnTo>
                <a:lnTo>
                  <a:pt x="986448" y="1060430"/>
                </a:lnTo>
                <a:lnTo>
                  <a:pt x="997793" y="1058381"/>
                </a:lnTo>
                <a:lnTo>
                  <a:pt x="1008458" y="1056104"/>
                </a:lnTo>
                <a:lnTo>
                  <a:pt x="1018668" y="1053600"/>
                </a:lnTo>
                <a:lnTo>
                  <a:pt x="1028879" y="1051323"/>
                </a:lnTo>
                <a:lnTo>
                  <a:pt x="1038409" y="1048818"/>
                </a:lnTo>
                <a:lnTo>
                  <a:pt x="1047485" y="1046086"/>
                </a:lnTo>
                <a:lnTo>
                  <a:pt x="1056107" y="1043354"/>
                </a:lnTo>
                <a:lnTo>
                  <a:pt x="1064503" y="1040622"/>
                </a:lnTo>
                <a:lnTo>
                  <a:pt x="1071991" y="1037662"/>
                </a:lnTo>
                <a:lnTo>
                  <a:pt x="1079252" y="1034702"/>
                </a:lnTo>
                <a:lnTo>
                  <a:pt x="1085832" y="1031742"/>
                </a:lnTo>
                <a:lnTo>
                  <a:pt x="1091958" y="1028555"/>
                </a:lnTo>
                <a:lnTo>
                  <a:pt x="1097631" y="1025367"/>
                </a:lnTo>
                <a:lnTo>
                  <a:pt x="1102623" y="1021952"/>
                </a:lnTo>
                <a:lnTo>
                  <a:pt x="1106934" y="1018764"/>
                </a:lnTo>
                <a:lnTo>
                  <a:pt x="1111018" y="1015121"/>
                </a:lnTo>
                <a:lnTo>
                  <a:pt x="1114195" y="1011706"/>
                </a:lnTo>
                <a:lnTo>
                  <a:pt x="1116918" y="1008063"/>
                </a:lnTo>
                <a:close/>
                <a:moveTo>
                  <a:pt x="2948" y="971550"/>
                </a:moveTo>
                <a:lnTo>
                  <a:pt x="4309" y="973586"/>
                </a:lnTo>
                <a:lnTo>
                  <a:pt x="5443" y="975395"/>
                </a:lnTo>
                <a:lnTo>
                  <a:pt x="8391" y="978788"/>
                </a:lnTo>
                <a:lnTo>
                  <a:pt x="12020" y="982407"/>
                </a:lnTo>
                <a:lnTo>
                  <a:pt x="16102" y="985800"/>
                </a:lnTo>
                <a:lnTo>
                  <a:pt x="21091" y="989192"/>
                </a:lnTo>
                <a:lnTo>
                  <a:pt x="26534" y="992359"/>
                </a:lnTo>
                <a:lnTo>
                  <a:pt x="32431" y="995752"/>
                </a:lnTo>
                <a:lnTo>
                  <a:pt x="39007" y="998692"/>
                </a:lnTo>
                <a:lnTo>
                  <a:pt x="46038" y="1001633"/>
                </a:lnTo>
                <a:lnTo>
                  <a:pt x="53748" y="1004799"/>
                </a:lnTo>
                <a:lnTo>
                  <a:pt x="61913" y="1007513"/>
                </a:lnTo>
                <a:lnTo>
                  <a:pt x="70757" y="1010454"/>
                </a:lnTo>
                <a:lnTo>
                  <a:pt x="79829" y="1013168"/>
                </a:lnTo>
                <a:lnTo>
                  <a:pt x="89354" y="1015656"/>
                </a:lnTo>
                <a:lnTo>
                  <a:pt x="99332" y="1018370"/>
                </a:lnTo>
                <a:lnTo>
                  <a:pt x="109764" y="1020632"/>
                </a:lnTo>
                <a:lnTo>
                  <a:pt x="120650" y="1022667"/>
                </a:lnTo>
                <a:lnTo>
                  <a:pt x="131990" y="1025155"/>
                </a:lnTo>
                <a:lnTo>
                  <a:pt x="143556" y="1026965"/>
                </a:lnTo>
                <a:lnTo>
                  <a:pt x="155575" y="1028774"/>
                </a:lnTo>
                <a:lnTo>
                  <a:pt x="168048" y="1030584"/>
                </a:lnTo>
                <a:lnTo>
                  <a:pt x="180522" y="1032393"/>
                </a:lnTo>
                <a:lnTo>
                  <a:pt x="193675" y="1033750"/>
                </a:lnTo>
                <a:lnTo>
                  <a:pt x="207056" y="1035108"/>
                </a:lnTo>
                <a:lnTo>
                  <a:pt x="220890" y="1036238"/>
                </a:lnTo>
                <a:lnTo>
                  <a:pt x="234724" y="1037369"/>
                </a:lnTo>
                <a:lnTo>
                  <a:pt x="249011" y="1038274"/>
                </a:lnTo>
                <a:lnTo>
                  <a:pt x="263072" y="1039179"/>
                </a:lnTo>
                <a:lnTo>
                  <a:pt x="277813" y="1039631"/>
                </a:lnTo>
                <a:lnTo>
                  <a:pt x="292554" y="1040084"/>
                </a:lnTo>
                <a:lnTo>
                  <a:pt x="307975" y="1040310"/>
                </a:lnTo>
                <a:lnTo>
                  <a:pt x="323170" y="1040536"/>
                </a:lnTo>
                <a:lnTo>
                  <a:pt x="338365" y="1040310"/>
                </a:lnTo>
                <a:lnTo>
                  <a:pt x="353333" y="1040084"/>
                </a:lnTo>
                <a:lnTo>
                  <a:pt x="368300" y="1039631"/>
                </a:lnTo>
                <a:lnTo>
                  <a:pt x="383042" y="1039179"/>
                </a:lnTo>
                <a:lnTo>
                  <a:pt x="397329" y="1038274"/>
                </a:lnTo>
                <a:lnTo>
                  <a:pt x="411390" y="1037369"/>
                </a:lnTo>
                <a:lnTo>
                  <a:pt x="425224" y="1036238"/>
                </a:lnTo>
                <a:lnTo>
                  <a:pt x="438831" y="1035108"/>
                </a:lnTo>
                <a:lnTo>
                  <a:pt x="452438" y="1033750"/>
                </a:lnTo>
                <a:lnTo>
                  <a:pt x="465365" y="1032393"/>
                </a:lnTo>
                <a:lnTo>
                  <a:pt x="478065" y="1030584"/>
                </a:lnTo>
                <a:lnTo>
                  <a:pt x="490538" y="1028774"/>
                </a:lnTo>
                <a:lnTo>
                  <a:pt x="502558" y="1026965"/>
                </a:lnTo>
                <a:lnTo>
                  <a:pt x="514124" y="1025155"/>
                </a:lnTo>
                <a:lnTo>
                  <a:pt x="525463" y="1022667"/>
                </a:lnTo>
                <a:lnTo>
                  <a:pt x="536122" y="1020632"/>
                </a:lnTo>
                <a:lnTo>
                  <a:pt x="546781" y="1018370"/>
                </a:lnTo>
                <a:lnTo>
                  <a:pt x="556760" y="1015656"/>
                </a:lnTo>
                <a:lnTo>
                  <a:pt x="566285" y="1013168"/>
                </a:lnTo>
                <a:lnTo>
                  <a:pt x="575583" y="1010454"/>
                </a:lnTo>
                <a:lnTo>
                  <a:pt x="584201" y="1007513"/>
                </a:lnTo>
                <a:lnTo>
                  <a:pt x="592365" y="1004799"/>
                </a:lnTo>
                <a:lnTo>
                  <a:pt x="599849" y="1001633"/>
                </a:lnTo>
                <a:lnTo>
                  <a:pt x="607106" y="998692"/>
                </a:lnTo>
                <a:lnTo>
                  <a:pt x="613683" y="995752"/>
                </a:lnTo>
                <a:lnTo>
                  <a:pt x="619579" y="992359"/>
                </a:lnTo>
                <a:lnTo>
                  <a:pt x="625022" y="989192"/>
                </a:lnTo>
                <a:lnTo>
                  <a:pt x="629785" y="985800"/>
                </a:lnTo>
                <a:lnTo>
                  <a:pt x="634094" y="982407"/>
                </a:lnTo>
                <a:lnTo>
                  <a:pt x="637722" y="978788"/>
                </a:lnTo>
                <a:lnTo>
                  <a:pt x="640670" y="975395"/>
                </a:lnTo>
                <a:lnTo>
                  <a:pt x="642031" y="973586"/>
                </a:lnTo>
                <a:lnTo>
                  <a:pt x="643165" y="971550"/>
                </a:lnTo>
                <a:lnTo>
                  <a:pt x="644299" y="974491"/>
                </a:lnTo>
                <a:lnTo>
                  <a:pt x="645433" y="976979"/>
                </a:lnTo>
                <a:lnTo>
                  <a:pt x="645886" y="979919"/>
                </a:lnTo>
                <a:lnTo>
                  <a:pt x="646113" y="982633"/>
                </a:lnTo>
                <a:lnTo>
                  <a:pt x="646113" y="1062249"/>
                </a:lnTo>
                <a:lnTo>
                  <a:pt x="645886" y="1064059"/>
                </a:lnTo>
                <a:lnTo>
                  <a:pt x="645660" y="1066094"/>
                </a:lnTo>
                <a:lnTo>
                  <a:pt x="645206" y="1068130"/>
                </a:lnTo>
                <a:lnTo>
                  <a:pt x="644526" y="1070166"/>
                </a:lnTo>
                <a:lnTo>
                  <a:pt x="643619" y="1072201"/>
                </a:lnTo>
                <a:lnTo>
                  <a:pt x="642485" y="1074011"/>
                </a:lnTo>
                <a:lnTo>
                  <a:pt x="640897" y="1076273"/>
                </a:lnTo>
                <a:lnTo>
                  <a:pt x="639536" y="1078082"/>
                </a:lnTo>
                <a:lnTo>
                  <a:pt x="637949" y="1080118"/>
                </a:lnTo>
                <a:lnTo>
                  <a:pt x="635908" y="1081927"/>
                </a:lnTo>
                <a:lnTo>
                  <a:pt x="631599" y="1085772"/>
                </a:lnTo>
                <a:lnTo>
                  <a:pt x="626383" y="1089391"/>
                </a:lnTo>
                <a:lnTo>
                  <a:pt x="620713" y="1093010"/>
                </a:lnTo>
                <a:lnTo>
                  <a:pt x="614363" y="1096403"/>
                </a:lnTo>
                <a:lnTo>
                  <a:pt x="607106" y="1100022"/>
                </a:lnTo>
                <a:lnTo>
                  <a:pt x="599395" y="1103188"/>
                </a:lnTo>
                <a:lnTo>
                  <a:pt x="591004" y="1106581"/>
                </a:lnTo>
                <a:lnTo>
                  <a:pt x="581933" y="1109522"/>
                </a:lnTo>
                <a:lnTo>
                  <a:pt x="572408" y="1112462"/>
                </a:lnTo>
                <a:lnTo>
                  <a:pt x="562202" y="1115628"/>
                </a:lnTo>
                <a:lnTo>
                  <a:pt x="551317" y="1118343"/>
                </a:lnTo>
                <a:lnTo>
                  <a:pt x="540204" y="1121057"/>
                </a:lnTo>
                <a:lnTo>
                  <a:pt x="528411" y="1123545"/>
                </a:lnTo>
                <a:lnTo>
                  <a:pt x="516392" y="1125807"/>
                </a:lnTo>
                <a:lnTo>
                  <a:pt x="503692" y="1128068"/>
                </a:lnTo>
                <a:lnTo>
                  <a:pt x="490538" y="1130104"/>
                </a:lnTo>
                <a:lnTo>
                  <a:pt x="476931" y="1131914"/>
                </a:lnTo>
                <a:lnTo>
                  <a:pt x="463097" y="1133723"/>
                </a:lnTo>
                <a:lnTo>
                  <a:pt x="448809" y="1135532"/>
                </a:lnTo>
                <a:lnTo>
                  <a:pt x="434295" y="1136890"/>
                </a:lnTo>
                <a:lnTo>
                  <a:pt x="419327" y="1138021"/>
                </a:lnTo>
                <a:lnTo>
                  <a:pt x="403679" y="1139151"/>
                </a:lnTo>
                <a:lnTo>
                  <a:pt x="388031" y="1140056"/>
                </a:lnTo>
                <a:lnTo>
                  <a:pt x="372156" y="1140735"/>
                </a:lnTo>
                <a:lnTo>
                  <a:pt x="356054" y="1141187"/>
                </a:lnTo>
                <a:lnTo>
                  <a:pt x="339725" y="1141413"/>
                </a:lnTo>
                <a:lnTo>
                  <a:pt x="323170" y="1141413"/>
                </a:lnTo>
                <a:lnTo>
                  <a:pt x="306388" y="1141413"/>
                </a:lnTo>
                <a:lnTo>
                  <a:pt x="290059" y="1141187"/>
                </a:lnTo>
                <a:lnTo>
                  <a:pt x="273957" y="1140735"/>
                </a:lnTo>
                <a:lnTo>
                  <a:pt x="258082" y="1140056"/>
                </a:lnTo>
                <a:lnTo>
                  <a:pt x="242434" y="1139151"/>
                </a:lnTo>
                <a:lnTo>
                  <a:pt x="227013" y="1138021"/>
                </a:lnTo>
                <a:lnTo>
                  <a:pt x="212045" y="1136890"/>
                </a:lnTo>
                <a:lnTo>
                  <a:pt x="197304" y="1135532"/>
                </a:lnTo>
                <a:lnTo>
                  <a:pt x="183016" y="1133723"/>
                </a:lnTo>
                <a:lnTo>
                  <a:pt x="169182" y="1131914"/>
                </a:lnTo>
                <a:lnTo>
                  <a:pt x="155575" y="1130104"/>
                </a:lnTo>
                <a:lnTo>
                  <a:pt x="142422" y="1128068"/>
                </a:lnTo>
                <a:lnTo>
                  <a:pt x="129948" y="1125807"/>
                </a:lnTo>
                <a:lnTo>
                  <a:pt x="117475" y="1123545"/>
                </a:lnTo>
                <a:lnTo>
                  <a:pt x="105682" y="1121057"/>
                </a:lnTo>
                <a:lnTo>
                  <a:pt x="94570" y="1118343"/>
                </a:lnTo>
                <a:lnTo>
                  <a:pt x="83911" y="1115628"/>
                </a:lnTo>
                <a:lnTo>
                  <a:pt x="73706" y="1112462"/>
                </a:lnTo>
                <a:lnTo>
                  <a:pt x="64181" y="1109522"/>
                </a:lnTo>
                <a:lnTo>
                  <a:pt x="55109" y="1106581"/>
                </a:lnTo>
                <a:lnTo>
                  <a:pt x="46718" y="1103188"/>
                </a:lnTo>
                <a:lnTo>
                  <a:pt x="38781" y="1100022"/>
                </a:lnTo>
                <a:lnTo>
                  <a:pt x="31750" y="1096403"/>
                </a:lnTo>
                <a:lnTo>
                  <a:pt x="25173" y="1093010"/>
                </a:lnTo>
                <a:lnTo>
                  <a:pt x="19730" y="1089391"/>
                </a:lnTo>
                <a:lnTo>
                  <a:pt x="14514" y="1085772"/>
                </a:lnTo>
                <a:lnTo>
                  <a:pt x="9979" y="1081927"/>
                </a:lnTo>
                <a:lnTo>
                  <a:pt x="8164" y="1080118"/>
                </a:lnTo>
                <a:lnTo>
                  <a:pt x="6577" y="1078082"/>
                </a:lnTo>
                <a:lnTo>
                  <a:pt x="4989" y="1076273"/>
                </a:lnTo>
                <a:lnTo>
                  <a:pt x="3855" y="1074011"/>
                </a:lnTo>
                <a:lnTo>
                  <a:pt x="2495" y="1072201"/>
                </a:lnTo>
                <a:lnTo>
                  <a:pt x="1588" y="1070166"/>
                </a:lnTo>
                <a:lnTo>
                  <a:pt x="907" y="1068130"/>
                </a:lnTo>
                <a:lnTo>
                  <a:pt x="454" y="1066094"/>
                </a:lnTo>
                <a:lnTo>
                  <a:pt x="0" y="1064059"/>
                </a:lnTo>
                <a:lnTo>
                  <a:pt x="0" y="1062249"/>
                </a:lnTo>
                <a:lnTo>
                  <a:pt x="0" y="982633"/>
                </a:lnTo>
                <a:lnTo>
                  <a:pt x="227" y="979919"/>
                </a:lnTo>
                <a:lnTo>
                  <a:pt x="680" y="976979"/>
                </a:lnTo>
                <a:lnTo>
                  <a:pt x="1588" y="974491"/>
                </a:lnTo>
                <a:lnTo>
                  <a:pt x="2948" y="971550"/>
                </a:lnTo>
                <a:close/>
                <a:moveTo>
                  <a:pt x="1117825" y="871538"/>
                </a:moveTo>
                <a:lnTo>
                  <a:pt x="1119187" y="874050"/>
                </a:lnTo>
                <a:lnTo>
                  <a:pt x="1120094" y="877017"/>
                </a:lnTo>
                <a:lnTo>
                  <a:pt x="1120775" y="879757"/>
                </a:lnTo>
                <a:lnTo>
                  <a:pt x="1120775" y="882268"/>
                </a:lnTo>
                <a:lnTo>
                  <a:pt x="1120775" y="962628"/>
                </a:lnTo>
                <a:lnTo>
                  <a:pt x="1120775" y="964911"/>
                </a:lnTo>
                <a:lnTo>
                  <a:pt x="1120548" y="966966"/>
                </a:lnTo>
                <a:lnTo>
                  <a:pt x="1119868" y="969020"/>
                </a:lnTo>
                <a:lnTo>
                  <a:pt x="1119187" y="970847"/>
                </a:lnTo>
                <a:lnTo>
                  <a:pt x="1118279" y="973130"/>
                </a:lnTo>
                <a:lnTo>
                  <a:pt x="1117372" y="974956"/>
                </a:lnTo>
                <a:lnTo>
                  <a:pt x="1116010" y="977011"/>
                </a:lnTo>
                <a:lnTo>
                  <a:pt x="1114195" y="978837"/>
                </a:lnTo>
                <a:lnTo>
                  <a:pt x="1112607" y="980892"/>
                </a:lnTo>
                <a:lnTo>
                  <a:pt x="1110791" y="982718"/>
                </a:lnTo>
                <a:lnTo>
                  <a:pt x="1106253" y="986599"/>
                </a:lnTo>
                <a:lnTo>
                  <a:pt x="1101488" y="990252"/>
                </a:lnTo>
                <a:lnTo>
                  <a:pt x="1095589" y="993905"/>
                </a:lnTo>
                <a:lnTo>
                  <a:pt x="1089009" y="997557"/>
                </a:lnTo>
                <a:lnTo>
                  <a:pt x="1081975" y="1000982"/>
                </a:lnTo>
                <a:lnTo>
                  <a:pt x="1074260" y="1004406"/>
                </a:lnTo>
                <a:lnTo>
                  <a:pt x="1065864" y="1007602"/>
                </a:lnTo>
                <a:lnTo>
                  <a:pt x="1056788" y="1010799"/>
                </a:lnTo>
                <a:lnTo>
                  <a:pt x="1047031" y="1013766"/>
                </a:lnTo>
                <a:lnTo>
                  <a:pt x="1037048" y="1016506"/>
                </a:lnTo>
                <a:lnTo>
                  <a:pt x="1026156" y="1019474"/>
                </a:lnTo>
                <a:lnTo>
                  <a:pt x="1015038" y="1022213"/>
                </a:lnTo>
                <a:lnTo>
                  <a:pt x="1003239" y="1024725"/>
                </a:lnTo>
                <a:lnTo>
                  <a:pt x="991213" y="1027008"/>
                </a:lnTo>
                <a:lnTo>
                  <a:pt x="978506" y="1029291"/>
                </a:lnTo>
                <a:lnTo>
                  <a:pt x="965346" y="1031345"/>
                </a:lnTo>
                <a:lnTo>
                  <a:pt x="951732" y="1033400"/>
                </a:lnTo>
                <a:lnTo>
                  <a:pt x="937890" y="1035226"/>
                </a:lnTo>
                <a:lnTo>
                  <a:pt x="923596" y="1036596"/>
                </a:lnTo>
                <a:lnTo>
                  <a:pt x="908847" y="1037966"/>
                </a:lnTo>
                <a:lnTo>
                  <a:pt x="893871" y="1039564"/>
                </a:lnTo>
                <a:lnTo>
                  <a:pt x="878669" y="1040477"/>
                </a:lnTo>
                <a:lnTo>
                  <a:pt x="862785" y="1041390"/>
                </a:lnTo>
                <a:lnTo>
                  <a:pt x="846902" y="1042075"/>
                </a:lnTo>
                <a:lnTo>
                  <a:pt x="830792" y="1042532"/>
                </a:lnTo>
                <a:lnTo>
                  <a:pt x="814455" y="1042988"/>
                </a:lnTo>
                <a:lnTo>
                  <a:pt x="797664" y="1042988"/>
                </a:lnTo>
                <a:lnTo>
                  <a:pt x="783142" y="1042988"/>
                </a:lnTo>
                <a:lnTo>
                  <a:pt x="768620" y="1042760"/>
                </a:lnTo>
                <a:lnTo>
                  <a:pt x="754098" y="1042303"/>
                </a:lnTo>
                <a:lnTo>
                  <a:pt x="740030" y="1041847"/>
                </a:lnTo>
                <a:lnTo>
                  <a:pt x="726189" y="1041162"/>
                </a:lnTo>
                <a:lnTo>
                  <a:pt x="712348" y="1040249"/>
                </a:lnTo>
                <a:lnTo>
                  <a:pt x="698734" y="1039107"/>
                </a:lnTo>
                <a:lnTo>
                  <a:pt x="685800" y="1037966"/>
                </a:lnTo>
                <a:lnTo>
                  <a:pt x="685800" y="1036368"/>
                </a:lnTo>
                <a:lnTo>
                  <a:pt x="685800" y="986599"/>
                </a:lnTo>
                <a:lnTo>
                  <a:pt x="685800" y="952355"/>
                </a:lnTo>
                <a:lnTo>
                  <a:pt x="685800" y="935918"/>
                </a:lnTo>
                <a:lnTo>
                  <a:pt x="698961" y="937059"/>
                </a:lnTo>
                <a:lnTo>
                  <a:pt x="712348" y="937972"/>
                </a:lnTo>
                <a:lnTo>
                  <a:pt x="726189" y="938885"/>
                </a:lnTo>
                <a:lnTo>
                  <a:pt x="740030" y="939570"/>
                </a:lnTo>
                <a:lnTo>
                  <a:pt x="754098" y="940027"/>
                </a:lnTo>
                <a:lnTo>
                  <a:pt x="768620" y="940484"/>
                </a:lnTo>
                <a:lnTo>
                  <a:pt x="783142" y="940712"/>
                </a:lnTo>
                <a:lnTo>
                  <a:pt x="797664" y="940712"/>
                </a:lnTo>
                <a:lnTo>
                  <a:pt x="813093" y="940712"/>
                </a:lnTo>
                <a:lnTo>
                  <a:pt x="828069" y="940484"/>
                </a:lnTo>
                <a:lnTo>
                  <a:pt x="842818" y="940027"/>
                </a:lnTo>
                <a:lnTo>
                  <a:pt x="857566" y="939342"/>
                </a:lnTo>
                <a:lnTo>
                  <a:pt x="872088" y="938657"/>
                </a:lnTo>
                <a:lnTo>
                  <a:pt x="886156" y="937744"/>
                </a:lnTo>
                <a:lnTo>
                  <a:pt x="899998" y="936831"/>
                </a:lnTo>
                <a:lnTo>
                  <a:pt x="913612" y="935689"/>
                </a:lnTo>
                <a:lnTo>
                  <a:pt x="926999" y="934091"/>
                </a:lnTo>
                <a:lnTo>
                  <a:pt x="940160" y="932721"/>
                </a:lnTo>
                <a:lnTo>
                  <a:pt x="952866" y="931123"/>
                </a:lnTo>
                <a:lnTo>
                  <a:pt x="965119" y="929297"/>
                </a:lnTo>
                <a:lnTo>
                  <a:pt x="977372" y="927242"/>
                </a:lnTo>
                <a:lnTo>
                  <a:pt x="988717" y="925188"/>
                </a:lnTo>
                <a:lnTo>
                  <a:pt x="1000289" y="923133"/>
                </a:lnTo>
                <a:lnTo>
                  <a:pt x="1010954" y="920850"/>
                </a:lnTo>
                <a:lnTo>
                  <a:pt x="1021618" y="918339"/>
                </a:lnTo>
                <a:lnTo>
                  <a:pt x="1031602" y="916056"/>
                </a:lnTo>
                <a:lnTo>
                  <a:pt x="1040905" y="913545"/>
                </a:lnTo>
                <a:lnTo>
                  <a:pt x="1050208" y="910577"/>
                </a:lnTo>
                <a:lnTo>
                  <a:pt x="1058830" y="907837"/>
                </a:lnTo>
                <a:lnTo>
                  <a:pt x="1066999" y="904869"/>
                </a:lnTo>
                <a:lnTo>
                  <a:pt x="1074714" y="901902"/>
                </a:lnTo>
                <a:lnTo>
                  <a:pt x="1081748" y="898934"/>
                </a:lnTo>
                <a:lnTo>
                  <a:pt x="1088328" y="895738"/>
                </a:lnTo>
                <a:lnTo>
                  <a:pt x="1094454" y="892541"/>
                </a:lnTo>
                <a:lnTo>
                  <a:pt x="1099673" y="889117"/>
                </a:lnTo>
                <a:lnTo>
                  <a:pt x="1104665" y="885693"/>
                </a:lnTo>
                <a:lnTo>
                  <a:pt x="1108976" y="882268"/>
                </a:lnTo>
                <a:lnTo>
                  <a:pt x="1112607" y="878844"/>
                </a:lnTo>
                <a:lnTo>
                  <a:pt x="1115329" y="874963"/>
                </a:lnTo>
                <a:lnTo>
                  <a:pt x="1116918" y="873365"/>
                </a:lnTo>
                <a:lnTo>
                  <a:pt x="1117825" y="871538"/>
                </a:lnTo>
                <a:close/>
                <a:moveTo>
                  <a:pt x="1635810" y="852488"/>
                </a:moveTo>
                <a:lnTo>
                  <a:pt x="1637622" y="855903"/>
                </a:lnTo>
                <a:lnTo>
                  <a:pt x="1638982" y="858863"/>
                </a:lnTo>
                <a:lnTo>
                  <a:pt x="1639662" y="862279"/>
                </a:lnTo>
                <a:lnTo>
                  <a:pt x="1639888" y="865238"/>
                </a:lnTo>
                <a:lnTo>
                  <a:pt x="1639888" y="945382"/>
                </a:lnTo>
                <a:lnTo>
                  <a:pt x="1639888" y="947431"/>
                </a:lnTo>
                <a:lnTo>
                  <a:pt x="1639435" y="949481"/>
                </a:lnTo>
                <a:lnTo>
                  <a:pt x="1638982" y="951757"/>
                </a:lnTo>
                <a:lnTo>
                  <a:pt x="1638302" y="953579"/>
                </a:lnTo>
                <a:lnTo>
                  <a:pt x="1637396" y="955628"/>
                </a:lnTo>
                <a:lnTo>
                  <a:pt x="1636263" y="957677"/>
                </a:lnTo>
                <a:lnTo>
                  <a:pt x="1634904" y="959726"/>
                </a:lnTo>
                <a:lnTo>
                  <a:pt x="1633318" y="961548"/>
                </a:lnTo>
                <a:lnTo>
                  <a:pt x="1631732" y="963369"/>
                </a:lnTo>
                <a:lnTo>
                  <a:pt x="1629919" y="965418"/>
                </a:lnTo>
                <a:lnTo>
                  <a:pt x="1625388" y="969289"/>
                </a:lnTo>
                <a:lnTo>
                  <a:pt x="1620176" y="973159"/>
                </a:lnTo>
                <a:lnTo>
                  <a:pt x="1614739" y="976575"/>
                </a:lnTo>
                <a:lnTo>
                  <a:pt x="1608168" y="980218"/>
                </a:lnTo>
                <a:lnTo>
                  <a:pt x="1600918" y="983633"/>
                </a:lnTo>
                <a:lnTo>
                  <a:pt x="1593215" y="987048"/>
                </a:lnTo>
                <a:lnTo>
                  <a:pt x="1584831" y="990236"/>
                </a:lnTo>
                <a:lnTo>
                  <a:pt x="1575769" y="993195"/>
                </a:lnTo>
                <a:lnTo>
                  <a:pt x="1566253" y="996383"/>
                </a:lnTo>
                <a:lnTo>
                  <a:pt x="1556057" y="999343"/>
                </a:lnTo>
                <a:lnTo>
                  <a:pt x="1545408" y="1002075"/>
                </a:lnTo>
                <a:lnTo>
                  <a:pt x="1534306" y="1004807"/>
                </a:lnTo>
                <a:lnTo>
                  <a:pt x="1522524" y="1007084"/>
                </a:lnTo>
                <a:lnTo>
                  <a:pt x="1510290" y="1009589"/>
                </a:lnTo>
                <a:lnTo>
                  <a:pt x="1497602" y="1011865"/>
                </a:lnTo>
                <a:lnTo>
                  <a:pt x="1484461" y="1013914"/>
                </a:lnTo>
                <a:lnTo>
                  <a:pt x="1470866" y="1015736"/>
                </a:lnTo>
                <a:lnTo>
                  <a:pt x="1457045" y="1017785"/>
                </a:lnTo>
                <a:lnTo>
                  <a:pt x="1442998" y="1019151"/>
                </a:lnTo>
                <a:lnTo>
                  <a:pt x="1428271" y="1020745"/>
                </a:lnTo>
                <a:lnTo>
                  <a:pt x="1413317" y="1021883"/>
                </a:lnTo>
                <a:lnTo>
                  <a:pt x="1397684" y="1022794"/>
                </a:lnTo>
                <a:lnTo>
                  <a:pt x="1382050" y="1023705"/>
                </a:lnTo>
                <a:lnTo>
                  <a:pt x="1366191" y="1024616"/>
                </a:lnTo>
                <a:lnTo>
                  <a:pt x="1350104" y="1025071"/>
                </a:lnTo>
                <a:lnTo>
                  <a:pt x="1333791" y="1025526"/>
                </a:lnTo>
                <a:lnTo>
                  <a:pt x="1317251" y="1025526"/>
                </a:lnTo>
                <a:lnTo>
                  <a:pt x="1296180" y="1025526"/>
                </a:lnTo>
                <a:lnTo>
                  <a:pt x="1275562" y="1024843"/>
                </a:lnTo>
                <a:lnTo>
                  <a:pt x="1255397" y="1024160"/>
                </a:lnTo>
                <a:lnTo>
                  <a:pt x="1235686" y="1022794"/>
                </a:lnTo>
                <a:lnTo>
                  <a:pt x="1216427" y="1021428"/>
                </a:lnTo>
                <a:lnTo>
                  <a:pt x="1197622" y="1019834"/>
                </a:lnTo>
                <a:lnTo>
                  <a:pt x="1179496" y="1018013"/>
                </a:lnTo>
                <a:lnTo>
                  <a:pt x="1162050" y="1015508"/>
                </a:lnTo>
                <a:lnTo>
                  <a:pt x="1162050" y="980673"/>
                </a:lnTo>
                <a:lnTo>
                  <a:pt x="1162050" y="910092"/>
                </a:lnTo>
                <a:lnTo>
                  <a:pt x="1179496" y="912141"/>
                </a:lnTo>
                <a:lnTo>
                  <a:pt x="1197622" y="914190"/>
                </a:lnTo>
                <a:lnTo>
                  <a:pt x="1216427" y="916011"/>
                </a:lnTo>
                <a:lnTo>
                  <a:pt x="1235686" y="917377"/>
                </a:lnTo>
                <a:lnTo>
                  <a:pt x="1255397" y="918516"/>
                </a:lnTo>
                <a:lnTo>
                  <a:pt x="1275562" y="919199"/>
                </a:lnTo>
                <a:lnTo>
                  <a:pt x="1296180" y="919654"/>
                </a:lnTo>
                <a:lnTo>
                  <a:pt x="1317251" y="920110"/>
                </a:lnTo>
                <a:lnTo>
                  <a:pt x="1332205" y="920110"/>
                </a:lnTo>
                <a:lnTo>
                  <a:pt x="1347159" y="919427"/>
                </a:lnTo>
                <a:lnTo>
                  <a:pt x="1361659" y="919199"/>
                </a:lnTo>
                <a:lnTo>
                  <a:pt x="1376160" y="918516"/>
                </a:lnTo>
                <a:lnTo>
                  <a:pt x="1390207" y="917833"/>
                </a:lnTo>
                <a:lnTo>
                  <a:pt x="1404028" y="916922"/>
                </a:lnTo>
                <a:lnTo>
                  <a:pt x="1417849" y="916011"/>
                </a:lnTo>
                <a:lnTo>
                  <a:pt x="1431216" y="914873"/>
                </a:lnTo>
                <a:lnTo>
                  <a:pt x="1444584" y="913507"/>
                </a:lnTo>
                <a:lnTo>
                  <a:pt x="1457499" y="911913"/>
                </a:lnTo>
                <a:lnTo>
                  <a:pt x="1469960" y="910319"/>
                </a:lnTo>
                <a:lnTo>
                  <a:pt x="1482195" y="908726"/>
                </a:lnTo>
                <a:lnTo>
                  <a:pt x="1493976" y="906904"/>
                </a:lnTo>
                <a:lnTo>
                  <a:pt x="1505532" y="904855"/>
                </a:lnTo>
                <a:lnTo>
                  <a:pt x="1516860" y="902806"/>
                </a:lnTo>
                <a:lnTo>
                  <a:pt x="1527509" y="900529"/>
                </a:lnTo>
                <a:lnTo>
                  <a:pt x="1537931" y="898480"/>
                </a:lnTo>
                <a:lnTo>
                  <a:pt x="1547900" y="895748"/>
                </a:lnTo>
                <a:lnTo>
                  <a:pt x="1557416" y="893243"/>
                </a:lnTo>
                <a:lnTo>
                  <a:pt x="1566479" y="890739"/>
                </a:lnTo>
                <a:lnTo>
                  <a:pt x="1575089" y="888007"/>
                </a:lnTo>
                <a:lnTo>
                  <a:pt x="1583472" y="885274"/>
                </a:lnTo>
                <a:lnTo>
                  <a:pt x="1591175" y="882087"/>
                </a:lnTo>
                <a:lnTo>
                  <a:pt x="1598426" y="879355"/>
                </a:lnTo>
                <a:lnTo>
                  <a:pt x="1604770" y="876167"/>
                </a:lnTo>
                <a:lnTo>
                  <a:pt x="1611114" y="872980"/>
                </a:lnTo>
                <a:lnTo>
                  <a:pt x="1616551" y="869792"/>
                </a:lnTo>
                <a:lnTo>
                  <a:pt x="1621762" y="866377"/>
                </a:lnTo>
                <a:lnTo>
                  <a:pt x="1626067" y="863189"/>
                </a:lnTo>
                <a:lnTo>
                  <a:pt x="1629919" y="859546"/>
                </a:lnTo>
                <a:lnTo>
                  <a:pt x="1633091" y="856131"/>
                </a:lnTo>
                <a:lnTo>
                  <a:pt x="1635810" y="852488"/>
                </a:lnTo>
                <a:close/>
                <a:moveTo>
                  <a:pt x="323170" y="766763"/>
                </a:moveTo>
                <a:lnTo>
                  <a:pt x="339725" y="766990"/>
                </a:lnTo>
                <a:lnTo>
                  <a:pt x="356054" y="767218"/>
                </a:lnTo>
                <a:lnTo>
                  <a:pt x="372156" y="767672"/>
                </a:lnTo>
                <a:lnTo>
                  <a:pt x="388031" y="768354"/>
                </a:lnTo>
                <a:lnTo>
                  <a:pt x="403679" y="769263"/>
                </a:lnTo>
                <a:lnTo>
                  <a:pt x="419327" y="770399"/>
                </a:lnTo>
                <a:lnTo>
                  <a:pt x="434295" y="771535"/>
                </a:lnTo>
                <a:lnTo>
                  <a:pt x="448809" y="773125"/>
                </a:lnTo>
                <a:lnTo>
                  <a:pt x="463097" y="774716"/>
                </a:lnTo>
                <a:lnTo>
                  <a:pt x="476931" y="776306"/>
                </a:lnTo>
                <a:lnTo>
                  <a:pt x="490538" y="778351"/>
                </a:lnTo>
                <a:lnTo>
                  <a:pt x="503692" y="780396"/>
                </a:lnTo>
                <a:lnTo>
                  <a:pt x="516392" y="782668"/>
                </a:lnTo>
                <a:lnTo>
                  <a:pt x="528411" y="784941"/>
                </a:lnTo>
                <a:lnTo>
                  <a:pt x="540204" y="787667"/>
                </a:lnTo>
                <a:lnTo>
                  <a:pt x="551317" y="790167"/>
                </a:lnTo>
                <a:lnTo>
                  <a:pt x="562202" y="792893"/>
                </a:lnTo>
                <a:lnTo>
                  <a:pt x="572408" y="795847"/>
                </a:lnTo>
                <a:lnTo>
                  <a:pt x="581933" y="798801"/>
                </a:lnTo>
                <a:lnTo>
                  <a:pt x="591004" y="802209"/>
                </a:lnTo>
                <a:lnTo>
                  <a:pt x="599395" y="805163"/>
                </a:lnTo>
                <a:lnTo>
                  <a:pt x="607106" y="808571"/>
                </a:lnTo>
                <a:lnTo>
                  <a:pt x="614363" y="811979"/>
                </a:lnTo>
                <a:lnTo>
                  <a:pt x="620713" y="815387"/>
                </a:lnTo>
                <a:lnTo>
                  <a:pt x="626383" y="819250"/>
                </a:lnTo>
                <a:lnTo>
                  <a:pt x="631599" y="822886"/>
                </a:lnTo>
                <a:lnTo>
                  <a:pt x="635908" y="826748"/>
                </a:lnTo>
                <a:lnTo>
                  <a:pt x="637949" y="828566"/>
                </a:lnTo>
                <a:lnTo>
                  <a:pt x="639536" y="830384"/>
                </a:lnTo>
                <a:lnTo>
                  <a:pt x="640897" y="832656"/>
                </a:lnTo>
                <a:lnTo>
                  <a:pt x="642485" y="834474"/>
                </a:lnTo>
                <a:lnTo>
                  <a:pt x="643619" y="836519"/>
                </a:lnTo>
                <a:lnTo>
                  <a:pt x="644526" y="838336"/>
                </a:lnTo>
                <a:lnTo>
                  <a:pt x="645206" y="840608"/>
                </a:lnTo>
                <a:lnTo>
                  <a:pt x="645660" y="842653"/>
                </a:lnTo>
                <a:lnTo>
                  <a:pt x="645886" y="844471"/>
                </a:lnTo>
                <a:lnTo>
                  <a:pt x="646113" y="846743"/>
                </a:lnTo>
                <a:lnTo>
                  <a:pt x="646113" y="926496"/>
                </a:lnTo>
                <a:lnTo>
                  <a:pt x="645886" y="928768"/>
                </a:lnTo>
                <a:lnTo>
                  <a:pt x="645660" y="930813"/>
                </a:lnTo>
                <a:lnTo>
                  <a:pt x="645206" y="932631"/>
                </a:lnTo>
                <a:lnTo>
                  <a:pt x="644526" y="934676"/>
                </a:lnTo>
                <a:lnTo>
                  <a:pt x="643619" y="936948"/>
                </a:lnTo>
                <a:lnTo>
                  <a:pt x="642485" y="938766"/>
                </a:lnTo>
                <a:lnTo>
                  <a:pt x="640897" y="940584"/>
                </a:lnTo>
                <a:lnTo>
                  <a:pt x="639536" y="942856"/>
                </a:lnTo>
                <a:lnTo>
                  <a:pt x="637949" y="944673"/>
                </a:lnTo>
                <a:lnTo>
                  <a:pt x="635908" y="946491"/>
                </a:lnTo>
                <a:lnTo>
                  <a:pt x="631599" y="950354"/>
                </a:lnTo>
                <a:lnTo>
                  <a:pt x="626383" y="953989"/>
                </a:lnTo>
                <a:lnTo>
                  <a:pt x="620713" y="957852"/>
                </a:lnTo>
                <a:lnTo>
                  <a:pt x="614363" y="961260"/>
                </a:lnTo>
                <a:lnTo>
                  <a:pt x="607106" y="964896"/>
                </a:lnTo>
                <a:lnTo>
                  <a:pt x="599395" y="968077"/>
                </a:lnTo>
                <a:lnTo>
                  <a:pt x="591004" y="971258"/>
                </a:lnTo>
                <a:lnTo>
                  <a:pt x="581933" y="974439"/>
                </a:lnTo>
                <a:lnTo>
                  <a:pt x="572408" y="977393"/>
                </a:lnTo>
                <a:lnTo>
                  <a:pt x="562202" y="980346"/>
                </a:lnTo>
                <a:lnTo>
                  <a:pt x="551317" y="983073"/>
                </a:lnTo>
                <a:lnTo>
                  <a:pt x="540204" y="985572"/>
                </a:lnTo>
                <a:lnTo>
                  <a:pt x="528411" y="988299"/>
                </a:lnTo>
                <a:lnTo>
                  <a:pt x="516392" y="990571"/>
                </a:lnTo>
                <a:lnTo>
                  <a:pt x="503692" y="992843"/>
                </a:lnTo>
                <a:lnTo>
                  <a:pt x="490538" y="995115"/>
                </a:lnTo>
                <a:lnTo>
                  <a:pt x="476931" y="996933"/>
                </a:lnTo>
                <a:lnTo>
                  <a:pt x="463097" y="998524"/>
                </a:lnTo>
                <a:lnTo>
                  <a:pt x="448809" y="1000114"/>
                </a:lnTo>
                <a:lnTo>
                  <a:pt x="434295" y="1001477"/>
                </a:lnTo>
                <a:lnTo>
                  <a:pt x="419327" y="1003068"/>
                </a:lnTo>
                <a:lnTo>
                  <a:pt x="403679" y="1003977"/>
                </a:lnTo>
                <a:lnTo>
                  <a:pt x="388031" y="1004886"/>
                </a:lnTo>
                <a:lnTo>
                  <a:pt x="372156" y="1005567"/>
                </a:lnTo>
                <a:lnTo>
                  <a:pt x="356054" y="1006022"/>
                </a:lnTo>
                <a:lnTo>
                  <a:pt x="339725" y="1006476"/>
                </a:lnTo>
                <a:lnTo>
                  <a:pt x="323170" y="1006476"/>
                </a:lnTo>
                <a:lnTo>
                  <a:pt x="306388" y="1006476"/>
                </a:lnTo>
                <a:lnTo>
                  <a:pt x="290059" y="1006022"/>
                </a:lnTo>
                <a:lnTo>
                  <a:pt x="273957" y="1005567"/>
                </a:lnTo>
                <a:lnTo>
                  <a:pt x="258082" y="1004886"/>
                </a:lnTo>
                <a:lnTo>
                  <a:pt x="242434" y="1003977"/>
                </a:lnTo>
                <a:lnTo>
                  <a:pt x="227013" y="1003068"/>
                </a:lnTo>
                <a:lnTo>
                  <a:pt x="212045" y="1001477"/>
                </a:lnTo>
                <a:lnTo>
                  <a:pt x="197304" y="1000114"/>
                </a:lnTo>
                <a:lnTo>
                  <a:pt x="183016" y="998524"/>
                </a:lnTo>
                <a:lnTo>
                  <a:pt x="169182" y="996933"/>
                </a:lnTo>
                <a:lnTo>
                  <a:pt x="155575" y="995115"/>
                </a:lnTo>
                <a:lnTo>
                  <a:pt x="142422" y="992843"/>
                </a:lnTo>
                <a:lnTo>
                  <a:pt x="129948" y="990571"/>
                </a:lnTo>
                <a:lnTo>
                  <a:pt x="117475" y="988299"/>
                </a:lnTo>
                <a:lnTo>
                  <a:pt x="105682" y="985572"/>
                </a:lnTo>
                <a:lnTo>
                  <a:pt x="94570" y="983073"/>
                </a:lnTo>
                <a:lnTo>
                  <a:pt x="83911" y="980346"/>
                </a:lnTo>
                <a:lnTo>
                  <a:pt x="73706" y="977393"/>
                </a:lnTo>
                <a:lnTo>
                  <a:pt x="64181" y="974439"/>
                </a:lnTo>
                <a:lnTo>
                  <a:pt x="55109" y="971258"/>
                </a:lnTo>
                <a:lnTo>
                  <a:pt x="46718" y="968077"/>
                </a:lnTo>
                <a:lnTo>
                  <a:pt x="38781" y="964896"/>
                </a:lnTo>
                <a:lnTo>
                  <a:pt x="31750" y="961260"/>
                </a:lnTo>
                <a:lnTo>
                  <a:pt x="25173" y="957852"/>
                </a:lnTo>
                <a:lnTo>
                  <a:pt x="19730" y="953989"/>
                </a:lnTo>
                <a:lnTo>
                  <a:pt x="14514" y="950354"/>
                </a:lnTo>
                <a:lnTo>
                  <a:pt x="9979" y="946491"/>
                </a:lnTo>
                <a:lnTo>
                  <a:pt x="8164" y="944673"/>
                </a:lnTo>
                <a:lnTo>
                  <a:pt x="6577" y="942856"/>
                </a:lnTo>
                <a:lnTo>
                  <a:pt x="4989" y="940584"/>
                </a:lnTo>
                <a:lnTo>
                  <a:pt x="3855" y="938766"/>
                </a:lnTo>
                <a:lnTo>
                  <a:pt x="2495" y="936948"/>
                </a:lnTo>
                <a:lnTo>
                  <a:pt x="1588" y="934676"/>
                </a:lnTo>
                <a:lnTo>
                  <a:pt x="907" y="932631"/>
                </a:lnTo>
                <a:lnTo>
                  <a:pt x="454" y="930813"/>
                </a:lnTo>
                <a:lnTo>
                  <a:pt x="0" y="928768"/>
                </a:lnTo>
                <a:lnTo>
                  <a:pt x="0" y="926496"/>
                </a:lnTo>
                <a:lnTo>
                  <a:pt x="0" y="846743"/>
                </a:lnTo>
                <a:lnTo>
                  <a:pt x="0" y="844471"/>
                </a:lnTo>
                <a:lnTo>
                  <a:pt x="454" y="842653"/>
                </a:lnTo>
                <a:lnTo>
                  <a:pt x="907" y="840608"/>
                </a:lnTo>
                <a:lnTo>
                  <a:pt x="1588" y="838336"/>
                </a:lnTo>
                <a:lnTo>
                  <a:pt x="2495" y="836519"/>
                </a:lnTo>
                <a:lnTo>
                  <a:pt x="3855" y="834474"/>
                </a:lnTo>
                <a:lnTo>
                  <a:pt x="4989" y="832656"/>
                </a:lnTo>
                <a:lnTo>
                  <a:pt x="6577" y="830384"/>
                </a:lnTo>
                <a:lnTo>
                  <a:pt x="8164" y="828566"/>
                </a:lnTo>
                <a:lnTo>
                  <a:pt x="9979" y="826748"/>
                </a:lnTo>
                <a:lnTo>
                  <a:pt x="14514" y="822886"/>
                </a:lnTo>
                <a:lnTo>
                  <a:pt x="19730" y="819250"/>
                </a:lnTo>
                <a:lnTo>
                  <a:pt x="25173" y="815387"/>
                </a:lnTo>
                <a:lnTo>
                  <a:pt x="31750" y="811979"/>
                </a:lnTo>
                <a:lnTo>
                  <a:pt x="38781" y="808571"/>
                </a:lnTo>
                <a:lnTo>
                  <a:pt x="46718" y="805163"/>
                </a:lnTo>
                <a:lnTo>
                  <a:pt x="55109" y="802209"/>
                </a:lnTo>
                <a:lnTo>
                  <a:pt x="64181" y="798801"/>
                </a:lnTo>
                <a:lnTo>
                  <a:pt x="73706" y="795847"/>
                </a:lnTo>
                <a:lnTo>
                  <a:pt x="83911" y="792893"/>
                </a:lnTo>
                <a:lnTo>
                  <a:pt x="94570" y="790167"/>
                </a:lnTo>
                <a:lnTo>
                  <a:pt x="105682" y="787667"/>
                </a:lnTo>
                <a:lnTo>
                  <a:pt x="117475" y="784941"/>
                </a:lnTo>
                <a:lnTo>
                  <a:pt x="129948" y="782668"/>
                </a:lnTo>
                <a:lnTo>
                  <a:pt x="142422" y="780396"/>
                </a:lnTo>
                <a:lnTo>
                  <a:pt x="155575" y="778351"/>
                </a:lnTo>
                <a:lnTo>
                  <a:pt x="169182" y="776306"/>
                </a:lnTo>
                <a:lnTo>
                  <a:pt x="183016" y="774716"/>
                </a:lnTo>
                <a:lnTo>
                  <a:pt x="197304" y="773125"/>
                </a:lnTo>
                <a:lnTo>
                  <a:pt x="212045" y="771535"/>
                </a:lnTo>
                <a:lnTo>
                  <a:pt x="227013" y="770399"/>
                </a:lnTo>
                <a:lnTo>
                  <a:pt x="242434" y="769263"/>
                </a:lnTo>
                <a:lnTo>
                  <a:pt x="258082" y="768354"/>
                </a:lnTo>
                <a:lnTo>
                  <a:pt x="273957" y="767672"/>
                </a:lnTo>
                <a:lnTo>
                  <a:pt x="290059" y="767218"/>
                </a:lnTo>
                <a:lnTo>
                  <a:pt x="306388" y="766990"/>
                </a:lnTo>
                <a:lnTo>
                  <a:pt x="323170" y="766763"/>
                </a:lnTo>
                <a:close/>
                <a:moveTo>
                  <a:pt x="1118507" y="738188"/>
                </a:moveTo>
                <a:lnTo>
                  <a:pt x="1119642" y="740465"/>
                </a:lnTo>
                <a:lnTo>
                  <a:pt x="1120322" y="742969"/>
                </a:lnTo>
                <a:lnTo>
                  <a:pt x="1120776" y="745246"/>
                </a:lnTo>
                <a:lnTo>
                  <a:pt x="1120776" y="747751"/>
                </a:lnTo>
                <a:lnTo>
                  <a:pt x="1120776" y="827901"/>
                </a:lnTo>
                <a:lnTo>
                  <a:pt x="1120776" y="829951"/>
                </a:lnTo>
                <a:lnTo>
                  <a:pt x="1120549" y="832000"/>
                </a:lnTo>
                <a:lnTo>
                  <a:pt x="1119869" y="834049"/>
                </a:lnTo>
                <a:lnTo>
                  <a:pt x="1119188" y="836099"/>
                </a:lnTo>
                <a:lnTo>
                  <a:pt x="1118280" y="837920"/>
                </a:lnTo>
                <a:lnTo>
                  <a:pt x="1117373" y="840197"/>
                </a:lnTo>
                <a:lnTo>
                  <a:pt x="1116011" y="842019"/>
                </a:lnTo>
                <a:lnTo>
                  <a:pt x="1114196" y="844068"/>
                </a:lnTo>
                <a:lnTo>
                  <a:pt x="1112608" y="845890"/>
                </a:lnTo>
                <a:lnTo>
                  <a:pt x="1110792" y="847939"/>
                </a:lnTo>
                <a:lnTo>
                  <a:pt x="1106254" y="851582"/>
                </a:lnTo>
                <a:lnTo>
                  <a:pt x="1101489" y="855453"/>
                </a:lnTo>
                <a:lnTo>
                  <a:pt x="1095590" y="858868"/>
                </a:lnTo>
                <a:lnTo>
                  <a:pt x="1089010" y="862739"/>
                </a:lnTo>
                <a:lnTo>
                  <a:pt x="1081976" y="865927"/>
                </a:lnTo>
                <a:lnTo>
                  <a:pt x="1074261" y="869570"/>
                </a:lnTo>
                <a:lnTo>
                  <a:pt x="1065865" y="872530"/>
                </a:lnTo>
                <a:lnTo>
                  <a:pt x="1056789" y="875718"/>
                </a:lnTo>
                <a:lnTo>
                  <a:pt x="1047032" y="878906"/>
                </a:lnTo>
                <a:lnTo>
                  <a:pt x="1037049" y="881638"/>
                </a:lnTo>
                <a:lnTo>
                  <a:pt x="1026157" y="884598"/>
                </a:lnTo>
                <a:lnTo>
                  <a:pt x="1015039" y="887103"/>
                </a:lnTo>
                <a:lnTo>
                  <a:pt x="1003240" y="889608"/>
                </a:lnTo>
                <a:lnTo>
                  <a:pt x="991214" y="892112"/>
                </a:lnTo>
                <a:lnTo>
                  <a:pt x="978507" y="894162"/>
                </a:lnTo>
                <a:lnTo>
                  <a:pt x="965347" y="896211"/>
                </a:lnTo>
                <a:lnTo>
                  <a:pt x="951733" y="898260"/>
                </a:lnTo>
                <a:lnTo>
                  <a:pt x="937892" y="900082"/>
                </a:lnTo>
                <a:lnTo>
                  <a:pt x="923597" y="901676"/>
                </a:lnTo>
                <a:lnTo>
                  <a:pt x="908848" y="903042"/>
                </a:lnTo>
                <a:lnTo>
                  <a:pt x="893872" y="904180"/>
                </a:lnTo>
                <a:lnTo>
                  <a:pt x="878670" y="905319"/>
                </a:lnTo>
                <a:lnTo>
                  <a:pt x="862786" y="906457"/>
                </a:lnTo>
                <a:lnTo>
                  <a:pt x="846903" y="907140"/>
                </a:lnTo>
                <a:lnTo>
                  <a:pt x="830793" y="907596"/>
                </a:lnTo>
                <a:lnTo>
                  <a:pt x="814456" y="907824"/>
                </a:lnTo>
                <a:lnTo>
                  <a:pt x="797665" y="908051"/>
                </a:lnTo>
                <a:lnTo>
                  <a:pt x="783143" y="907824"/>
                </a:lnTo>
                <a:lnTo>
                  <a:pt x="768621" y="907596"/>
                </a:lnTo>
                <a:lnTo>
                  <a:pt x="754100" y="907368"/>
                </a:lnTo>
                <a:lnTo>
                  <a:pt x="740031" y="906685"/>
                </a:lnTo>
                <a:lnTo>
                  <a:pt x="726190" y="905774"/>
                </a:lnTo>
                <a:lnTo>
                  <a:pt x="712349" y="905091"/>
                </a:lnTo>
                <a:lnTo>
                  <a:pt x="698735" y="904180"/>
                </a:lnTo>
                <a:lnTo>
                  <a:pt x="685801" y="903042"/>
                </a:lnTo>
                <a:lnTo>
                  <a:pt x="685801" y="894845"/>
                </a:lnTo>
                <a:lnTo>
                  <a:pt x="685801" y="846573"/>
                </a:lnTo>
                <a:lnTo>
                  <a:pt x="685801" y="811052"/>
                </a:lnTo>
                <a:lnTo>
                  <a:pt x="685801" y="809002"/>
                </a:lnTo>
                <a:lnTo>
                  <a:pt x="685121" y="807181"/>
                </a:lnTo>
                <a:lnTo>
                  <a:pt x="684894" y="805359"/>
                </a:lnTo>
                <a:lnTo>
                  <a:pt x="684213" y="803310"/>
                </a:lnTo>
                <a:lnTo>
                  <a:pt x="697600" y="804448"/>
                </a:lnTo>
                <a:lnTo>
                  <a:pt x="711215" y="805587"/>
                </a:lnTo>
                <a:lnTo>
                  <a:pt x="725283" y="806270"/>
                </a:lnTo>
                <a:lnTo>
                  <a:pt x="739351" y="807181"/>
                </a:lnTo>
                <a:lnTo>
                  <a:pt x="753646" y="807636"/>
                </a:lnTo>
                <a:lnTo>
                  <a:pt x="768168" y="808092"/>
                </a:lnTo>
                <a:lnTo>
                  <a:pt x="782916" y="808319"/>
                </a:lnTo>
                <a:lnTo>
                  <a:pt x="797665" y="808319"/>
                </a:lnTo>
                <a:lnTo>
                  <a:pt x="813095" y="808319"/>
                </a:lnTo>
                <a:lnTo>
                  <a:pt x="828297" y="808092"/>
                </a:lnTo>
                <a:lnTo>
                  <a:pt x="843273" y="807636"/>
                </a:lnTo>
                <a:lnTo>
                  <a:pt x="858248" y="806953"/>
                </a:lnTo>
                <a:lnTo>
                  <a:pt x="872770" y="806270"/>
                </a:lnTo>
                <a:lnTo>
                  <a:pt x="887065" y="805359"/>
                </a:lnTo>
                <a:lnTo>
                  <a:pt x="901133" y="804221"/>
                </a:lnTo>
                <a:lnTo>
                  <a:pt x="914747" y="803082"/>
                </a:lnTo>
                <a:lnTo>
                  <a:pt x="928135" y="801488"/>
                </a:lnTo>
                <a:lnTo>
                  <a:pt x="941522" y="800122"/>
                </a:lnTo>
                <a:lnTo>
                  <a:pt x="954229" y="798528"/>
                </a:lnTo>
                <a:lnTo>
                  <a:pt x="966708" y="796707"/>
                </a:lnTo>
                <a:lnTo>
                  <a:pt x="978734" y="794885"/>
                </a:lnTo>
                <a:lnTo>
                  <a:pt x="990533" y="792608"/>
                </a:lnTo>
                <a:lnTo>
                  <a:pt x="1001879" y="790559"/>
                </a:lnTo>
                <a:lnTo>
                  <a:pt x="1012770" y="788282"/>
                </a:lnTo>
                <a:lnTo>
                  <a:pt x="1023207" y="785550"/>
                </a:lnTo>
                <a:lnTo>
                  <a:pt x="1033191" y="783273"/>
                </a:lnTo>
                <a:lnTo>
                  <a:pt x="1042948" y="780540"/>
                </a:lnTo>
                <a:lnTo>
                  <a:pt x="1052024" y="777808"/>
                </a:lnTo>
                <a:lnTo>
                  <a:pt x="1060647" y="774848"/>
                </a:lnTo>
                <a:lnTo>
                  <a:pt x="1068815" y="771888"/>
                </a:lnTo>
                <a:lnTo>
                  <a:pt x="1076303" y="768928"/>
                </a:lnTo>
                <a:lnTo>
                  <a:pt x="1083337" y="765967"/>
                </a:lnTo>
                <a:lnTo>
                  <a:pt x="1089917" y="762551"/>
                </a:lnTo>
                <a:lnTo>
                  <a:pt x="1095817" y="759364"/>
                </a:lnTo>
                <a:lnTo>
                  <a:pt x="1101262" y="755948"/>
                </a:lnTo>
                <a:lnTo>
                  <a:pt x="1105800" y="752533"/>
                </a:lnTo>
                <a:lnTo>
                  <a:pt x="1110112" y="748890"/>
                </a:lnTo>
                <a:lnTo>
                  <a:pt x="1113515" y="745474"/>
                </a:lnTo>
                <a:lnTo>
                  <a:pt x="1116465" y="741603"/>
                </a:lnTo>
                <a:lnTo>
                  <a:pt x="1117599" y="739782"/>
                </a:lnTo>
                <a:lnTo>
                  <a:pt x="1118507" y="738188"/>
                </a:lnTo>
                <a:close/>
                <a:moveTo>
                  <a:pt x="1636943" y="717550"/>
                </a:moveTo>
                <a:lnTo>
                  <a:pt x="1638302" y="720264"/>
                </a:lnTo>
                <a:lnTo>
                  <a:pt x="1639208" y="722978"/>
                </a:lnTo>
                <a:lnTo>
                  <a:pt x="1639662" y="725692"/>
                </a:lnTo>
                <a:lnTo>
                  <a:pt x="1639888" y="728633"/>
                </a:lnTo>
                <a:lnTo>
                  <a:pt x="1639888" y="808023"/>
                </a:lnTo>
                <a:lnTo>
                  <a:pt x="1639888" y="810059"/>
                </a:lnTo>
                <a:lnTo>
                  <a:pt x="1639435" y="812094"/>
                </a:lnTo>
                <a:lnTo>
                  <a:pt x="1638982" y="814130"/>
                </a:lnTo>
                <a:lnTo>
                  <a:pt x="1638302" y="815940"/>
                </a:lnTo>
                <a:lnTo>
                  <a:pt x="1637396" y="818201"/>
                </a:lnTo>
                <a:lnTo>
                  <a:pt x="1636263" y="820011"/>
                </a:lnTo>
                <a:lnTo>
                  <a:pt x="1634904" y="822047"/>
                </a:lnTo>
                <a:lnTo>
                  <a:pt x="1633318" y="823856"/>
                </a:lnTo>
                <a:lnTo>
                  <a:pt x="1631732" y="825892"/>
                </a:lnTo>
                <a:lnTo>
                  <a:pt x="1629919" y="827927"/>
                </a:lnTo>
                <a:lnTo>
                  <a:pt x="1625388" y="831772"/>
                </a:lnTo>
                <a:lnTo>
                  <a:pt x="1620176" y="835391"/>
                </a:lnTo>
                <a:lnTo>
                  <a:pt x="1614739" y="839010"/>
                </a:lnTo>
                <a:lnTo>
                  <a:pt x="1608168" y="842403"/>
                </a:lnTo>
                <a:lnTo>
                  <a:pt x="1600918" y="845796"/>
                </a:lnTo>
                <a:lnTo>
                  <a:pt x="1593215" y="849188"/>
                </a:lnTo>
                <a:lnTo>
                  <a:pt x="1584831" y="852355"/>
                </a:lnTo>
                <a:lnTo>
                  <a:pt x="1575769" y="855522"/>
                </a:lnTo>
                <a:lnTo>
                  <a:pt x="1566253" y="858462"/>
                </a:lnTo>
                <a:lnTo>
                  <a:pt x="1556057" y="861628"/>
                </a:lnTo>
                <a:lnTo>
                  <a:pt x="1545408" y="864343"/>
                </a:lnTo>
                <a:lnTo>
                  <a:pt x="1534306" y="866831"/>
                </a:lnTo>
                <a:lnTo>
                  <a:pt x="1522524" y="869545"/>
                </a:lnTo>
                <a:lnTo>
                  <a:pt x="1510290" y="871807"/>
                </a:lnTo>
                <a:lnTo>
                  <a:pt x="1497602" y="873842"/>
                </a:lnTo>
                <a:lnTo>
                  <a:pt x="1484461" y="876104"/>
                </a:lnTo>
                <a:lnTo>
                  <a:pt x="1470866" y="877914"/>
                </a:lnTo>
                <a:lnTo>
                  <a:pt x="1457045" y="879723"/>
                </a:lnTo>
                <a:lnTo>
                  <a:pt x="1442998" y="881306"/>
                </a:lnTo>
                <a:lnTo>
                  <a:pt x="1428271" y="882663"/>
                </a:lnTo>
                <a:lnTo>
                  <a:pt x="1413317" y="884021"/>
                </a:lnTo>
                <a:lnTo>
                  <a:pt x="1397684" y="885151"/>
                </a:lnTo>
                <a:lnTo>
                  <a:pt x="1382050" y="885830"/>
                </a:lnTo>
                <a:lnTo>
                  <a:pt x="1366191" y="886509"/>
                </a:lnTo>
                <a:lnTo>
                  <a:pt x="1350104" y="887187"/>
                </a:lnTo>
                <a:lnTo>
                  <a:pt x="1333791" y="887413"/>
                </a:lnTo>
                <a:lnTo>
                  <a:pt x="1317251" y="887413"/>
                </a:lnTo>
                <a:lnTo>
                  <a:pt x="1296180" y="887413"/>
                </a:lnTo>
                <a:lnTo>
                  <a:pt x="1275562" y="886961"/>
                </a:lnTo>
                <a:lnTo>
                  <a:pt x="1255397" y="886056"/>
                </a:lnTo>
                <a:lnTo>
                  <a:pt x="1235686" y="884925"/>
                </a:lnTo>
                <a:lnTo>
                  <a:pt x="1216427" y="883568"/>
                </a:lnTo>
                <a:lnTo>
                  <a:pt x="1197622" y="881759"/>
                </a:lnTo>
                <a:lnTo>
                  <a:pt x="1179496" y="879949"/>
                </a:lnTo>
                <a:lnTo>
                  <a:pt x="1162050" y="877687"/>
                </a:lnTo>
                <a:lnTo>
                  <a:pt x="1162050" y="776358"/>
                </a:lnTo>
                <a:lnTo>
                  <a:pt x="1179496" y="778620"/>
                </a:lnTo>
                <a:lnTo>
                  <a:pt x="1197622" y="780655"/>
                </a:lnTo>
                <a:lnTo>
                  <a:pt x="1216427" y="782238"/>
                </a:lnTo>
                <a:lnTo>
                  <a:pt x="1235686" y="783596"/>
                </a:lnTo>
                <a:lnTo>
                  <a:pt x="1255397" y="784726"/>
                </a:lnTo>
                <a:lnTo>
                  <a:pt x="1275562" y="785631"/>
                </a:lnTo>
                <a:lnTo>
                  <a:pt x="1296180" y="786084"/>
                </a:lnTo>
                <a:lnTo>
                  <a:pt x="1317251" y="786310"/>
                </a:lnTo>
                <a:lnTo>
                  <a:pt x="1332431" y="786084"/>
                </a:lnTo>
                <a:lnTo>
                  <a:pt x="1347612" y="785857"/>
                </a:lnTo>
                <a:lnTo>
                  <a:pt x="1362339" y="785405"/>
                </a:lnTo>
                <a:lnTo>
                  <a:pt x="1377066" y="784953"/>
                </a:lnTo>
                <a:lnTo>
                  <a:pt x="1391340" y="784048"/>
                </a:lnTo>
                <a:lnTo>
                  <a:pt x="1405387" y="783369"/>
                </a:lnTo>
                <a:lnTo>
                  <a:pt x="1419208" y="782238"/>
                </a:lnTo>
                <a:lnTo>
                  <a:pt x="1433029" y="781108"/>
                </a:lnTo>
                <a:lnTo>
                  <a:pt x="1446397" y="779524"/>
                </a:lnTo>
                <a:lnTo>
                  <a:pt x="1459311" y="778167"/>
                </a:lnTo>
                <a:lnTo>
                  <a:pt x="1471999" y="776584"/>
                </a:lnTo>
                <a:lnTo>
                  <a:pt x="1484461" y="774774"/>
                </a:lnTo>
                <a:lnTo>
                  <a:pt x="1496469" y="772965"/>
                </a:lnTo>
                <a:lnTo>
                  <a:pt x="1508024" y="770703"/>
                </a:lnTo>
                <a:lnTo>
                  <a:pt x="1519352" y="768667"/>
                </a:lnTo>
                <a:lnTo>
                  <a:pt x="1530228" y="766631"/>
                </a:lnTo>
                <a:lnTo>
                  <a:pt x="1540650" y="764143"/>
                </a:lnTo>
                <a:lnTo>
                  <a:pt x="1550619" y="761655"/>
                </a:lnTo>
                <a:lnTo>
                  <a:pt x="1560135" y="759167"/>
                </a:lnTo>
                <a:lnTo>
                  <a:pt x="1569425" y="756227"/>
                </a:lnTo>
                <a:lnTo>
                  <a:pt x="1578034" y="753513"/>
                </a:lnTo>
                <a:lnTo>
                  <a:pt x="1586191" y="750799"/>
                </a:lnTo>
                <a:lnTo>
                  <a:pt x="1593668" y="747632"/>
                </a:lnTo>
                <a:lnTo>
                  <a:pt x="1600918" y="744692"/>
                </a:lnTo>
                <a:lnTo>
                  <a:pt x="1607489" y="741525"/>
                </a:lnTo>
                <a:lnTo>
                  <a:pt x="1613379" y="738359"/>
                </a:lnTo>
                <a:lnTo>
                  <a:pt x="1618817" y="734966"/>
                </a:lnTo>
                <a:lnTo>
                  <a:pt x="1623575" y="731799"/>
                </a:lnTo>
                <a:lnTo>
                  <a:pt x="1628106" y="728407"/>
                </a:lnTo>
                <a:lnTo>
                  <a:pt x="1631505" y="724788"/>
                </a:lnTo>
                <a:lnTo>
                  <a:pt x="1634450" y="721395"/>
                </a:lnTo>
                <a:lnTo>
                  <a:pt x="1635810" y="719359"/>
                </a:lnTo>
                <a:lnTo>
                  <a:pt x="1636943" y="717550"/>
                </a:lnTo>
                <a:close/>
                <a:moveTo>
                  <a:pt x="475117" y="612775"/>
                </a:moveTo>
                <a:lnTo>
                  <a:pt x="475570" y="614819"/>
                </a:lnTo>
                <a:lnTo>
                  <a:pt x="476251" y="616635"/>
                </a:lnTo>
                <a:lnTo>
                  <a:pt x="476931" y="618906"/>
                </a:lnTo>
                <a:lnTo>
                  <a:pt x="478292" y="620723"/>
                </a:lnTo>
                <a:lnTo>
                  <a:pt x="479426" y="622540"/>
                </a:lnTo>
                <a:lnTo>
                  <a:pt x="480786" y="624357"/>
                </a:lnTo>
                <a:lnTo>
                  <a:pt x="482374" y="626401"/>
                </a:lnTo>
                <a:lnTo>
                  <a:pt x="483961" y="628218"/>
                </a:lnTo>
                <a:lnTo>
                  <a:pt x="488270" y="631851"/>
                </a:lnTo>
                <a:lnTo>
                  <a:pt x="493033" y="635712"/>
                </a:lnTo>
                <a:lnTo>
                  <a:pt x="498249" y="639119"/>
                </a:lnTo>
                <a:lnTo>
                  <a:pt x="504372" y="642752"/>
                </a:lnTo>
                <a:lnTo>
                  <a:pt x="511176" y="645932"/>
                </a:lnTo>
                <a:lnTo>
                  <a:pt x="518433" y="649338"/>
                </a:lnTo>
                <a:lnTo>
                  <a:pt x="526370" y="652517"/>
                </a:lnTo>
                <a:lnTo>
                  <a:pt x="534761" y="655697"/>
                </a:lnTo>
                <a:lnTo>
                  <a:pt x="543833" y="658649"/>
                </a:lnTo>
                <a:lnTo>
                  <a:pt x="553585" y="661374"/>
                </a:lnTo>
                <a:lnTo>
                  <a:pt x="563563" y="664327"/>
                </a:lnTo>
                <a:lnTo>
                  <a:pt x="574222" y="666825"/>
                </a:lnTo>
                <a:lnTo>
                  <a:pt x="585335" y="669550"/>
                </a:lnTo>
                <a:lnTo>
                  <a:pt x="597128" y="671821"/>
                </a:lnTo>
                <a:lnTo>
                  <a:pt x="608920" y="674092"/>
                </a:lnTo>
                <a:lnTo>
                  <a:pt x="621620" y="676136"/>
                </a:lnTo>
                <a:lnTo>
                  <a:pt x="634547" y="678180"/>
                </a:lnTo>
                <a:lnTo>
                  <a:pt x="647474" y="679997"/>
                </a:lnTo>
                <a:lnTo>
                  <a:pt x="661308" y="681586"/>
                </a:lnTo>
                <a:lnTo>
                  <a:pt x="675369" y="682949"/>
                </a:lnTo>
                <a:lnTo>
                  <a:pt x="689656" y="684539"/>
                </a:lnTo>
                <a:lnTo>
                  <a:pt x="704397" y="685674"/>
                </a:lnTo>
                <a:lnTo>
                  <a:pt x="719138" y="686810"/>
                </a:lnTo>
                <a:lnTo>
                  <a:pt x="734560" y="687491"/>
                </a:lnTo>
                <a:lnTo>
                  <a:pt x="749981" y="688172"/>
                </a:lnTo>
                <a:lnTo>
                  <a:pt x="765629" y="688627"/>
                </a:lnTo>
                <a:lnTo>
                  <a:pt x="781504" y="688854"/>
                </a:lnTo>
                <a:lnTo>
                  <a:pt x="797833" y="689081"/>
                </a:lnTo>
                <a:lnTo>
                  <a:pt x="814162" y="688854"/>
                </a:lnTo>
                <a:lnTo>
                  <a:pt x="830037" y="688627"/>
                </a:lnTo>
                <a:lnTo>
                  <a:pt x="845685" y="688172"/>
                </a:lnTo>
                <a:lnTo>
                  <a:pt x="861106" y="687491"/>
                </a:lnTo>
                <a:lnTo>
                  <a:pt x="876301" y="686810"/>
                </a:lnTo>
                <a:lnTo>
                  <a:pt x="891269" y="685674"/>
                </a:lnTo>
                <a:lnTo>
                  <a:pt x="906010" y="684539"/>
                </a:lnTo>
                <a:lnTo>
                  <a:pt x="920297" y="682949"/>
                </a:lnTo>
                <a:lnTo>
                  <a:pt x="934358" y="681586"/>
                </a:lnTo>
                <a:lnTo>
                  <a:pt x="947965" y="679997"/>
                </a:lnTo>
                <a:lnTo>
                  <a:pt x="961346" y="678180"/>
                </a:lnTo>
                <a:lnTo>
                  <a:pt x="974046" y="676136"/>
                </a:lnTo>
                <a:lnTo>
                  <a:pt x="986519" y="674092"/>
                </a:lnTo>
                <a:lnTo>
                  <a:pt x="998765" y="671821"/>
                </a:lnTo>
                <a:lnTo>
                  <a:pt x="1010105" y="669550"/>
                </a:lnTo>
                <a:lnTo>
                  <a:pt x="1021444" y="666825"/>
                </a:lnTo>
                <a:lnTo>
                  <a:pt x="1031876" y="664327"/>
                </a:lnTo>
                <a:lnTo>
                  <a:pt x="1042308" y="661374"/>
                </a:lnTo>
                <a:lnTo>
                  <a:pt x="1051833" y="658649"/>
                </a:lnTo>
                <a:lnTo>
                  <a:pt x="1060905" y="655697"/>
                </a:lnTo>
                <a:lnTo>
                  <a:pt x="1069296" y="652517"/>
                </a:lnTo>
                <a:lnTo>
                  <a:pt x="1077233" y="649338"/>
                </a:lnTo>
                <a:lnTo>
                  <a:pt x="1084490" y="645932"/>
                </a:lnTo>
                <a:lnTo>
                  <a:pt x="1091294" y="642752"/>
                </a:lnTo>
                <a:lnTo>
                  <a:pt x="1097417" y="639119"/>
                </a:lnTo>
                <a:lnTo>
                  <a:pt x="1102860" y="635712"/>
                </a:lnTo>
                <a:lnTo>
                  <a:pt x="1107396" y="631851"/>
                </a:lnTo>
                <a:lnTo>
                  <a:pt x="1111705" y="628218"/>
                </a:lnTo>
                <a:lnTo>
                  <a:pt x="1113292" y="626401"/>
                </a:lnTo>
                <a:lnTo>
                  <a:pt x="1114880" y="624357"/>
                </a:lnTo>
                <a:lnTo>
                  <a:pt x="1116467" y="622540"/>
                </a:lnTo>
                <a:lnTo>
                  <a:pt x="1117601" y="620723"/>
                </a:lnTo>
                <a:lnTo>
                  <a:pt x="1118735" y="618906"/>
                </a:lnTo>
                <a:lnTo>
                  <a:pt x="1119415" y="616635"/>
                </a:lnTo>
                <a:lnTo>
                  <a:pt x="1120096" y="614819"/>
                </a:lnTo>
                <a:lnTo>
                  <a:pt x="1120549" y="612775"/>
                </a:lnTo>
                <a:lnTo>
                  <a:pt x="1120776" y="614592"/>
                </a:lnTo>
                <a:lnTo>
                  <a:pt x="1120776" y="616408"/>
                </a:lnTo>
                <a:lnTo>
                  <a:pt x="1120776" y="696348"/>
                </a:lnTo>
                <a:lnTo>
                  <a:pt x="1120776" y="698392"/>
                </a:lnTo>
                <a:lnTo>
                  <a:pt x="1120549" y="700436"/>
                </a:lnTo>
                <a:lnTo>
                  <a:pt x="1119869" y="702480"/>
                </a:lnTo>
                <a:lnTo>
                  <a:pt x="1119189" y="704524"/>
                </a:lnTo>
                <a:lnTo>
                  <a:pt x="1118282" y="706568"/>
                </a:lnTo>
                <a:lnTo>
                  <a:pt x="1117374" y="708612"/>
                </a:lnTo>
                <a:lnTo>
                  <a:pt x="1116014" y="710428"/>
                </a:lnTo>
                <a:lnTo>
                  <a:pt x="1114199" y="712472"/>
                </a:lnTo>
                <a:lnTo>
                  <a:pt x="1112612" y="714516"/>
                </a:lnTo>
                <a:lnTo>
                  <a:pt x="1110798" y="716333"/>
                </a:lnTo>
                <a:lnTo>
                  <a:pt x="1106262" y="719967"/>
                </a:lnTo>
                <a:lnTo>
                  <a:pt x="1101499" y="723827"/>
                </a:lnTo>
                <a:lnTo>
                  <a:pt x="1095603" y="727461"/>
                </a:lnTo>
                <a:lnTo>
                  <a:pt x="1089026" y="731095"/>
                </a:lnTo>
                <a:lnTo>
                  <a:pt x="1081996" y="734274"/>
                </a:lnTo>
                <a:lnTo>
                  <a:pt x="1074285" y="737908"/>
                </a:lnTo>
                <a:lnTo>
                  <a:pt x="1065894" y="740860"/>
                </a:lnTo>
                <a:lnTo>
                  <a:pt x="1056823" y="744266"/>
                </a:lnTo>
                <a:lnTo>
                  <a:pt x="1047071" y="747219"/>
                </a:lnTo>
                <a:lnTo>
                  <a:pt x="1037092" y="749944"/>
                </a:lnTo>
                <a:lnTo>
                  <a:pt x="1026206" y="752896"/>
                </a:lnTo>
                <a:lnTo>
                  <a:pt x="1015094" y="755394"/>
                </a:lnTo>
                <a:lnTo>
                  <a:pt x="1003301" y="757893"/>
                </a:lnTo>
                <a:lnTo>
                  <a:pt x="991281" y="760391"/>
                </a:lnTo>
                <a:lnTo>
                  <a:pt x="978581" y="762435"/>
                </a:lnTo>
                <a:lnTo>
                  <a:pt x="965428" y="764478"/>
                </a:lnTo>
                <a:lnTo>
                  <a:pt x="951821" y="766749"/>
                </a:lnTo>
                <a:lnTo>
                  <a:pt x="937987" y="768340"/>
                </a:lnTo>
                <a:lnTo>
                  <a:pt x="923699" y="769929"/>
                </a:lnTo>
                <a:lnTo>
                  <a:pt x="908958" y="771292"/>
                </a:lnTo>
                <a:lnTo>
                  <a:pt x="893990" y="772428"/>
                </a:lnTo>
                <a:lnTo>
                  <a:pt x="878796" y="773790"/>
                </a:lnTo>
                <a:lnTo>
                  <a:pt x="862921" y="774699"/>
                </a:lnTo>
                <a:lnTo>
                  <a:pt x="847046" y="775380"/>
                </a:lnTo>
                <a:lnTo>
                  <a:pt x="830944" y="775834"/>
                </a:lnTo>
                <a:lnTo>
                  <a:pt x="814615" y="776061"/>
                </a:lnTo>
                <a:lnTo>
                  <a:pt x="797833" y="776288"/>
                </a:lnTo>
                <a:lnTo>
                  <a:pt x="775154" y="776061"/>
                </a:lnTo>
                <a:lnTo>
                  <a:pt x="752929" y="775380"/>
                </a:lnTo>
                <a:lnTo>
                  <a:pt x="731158" y="774471"/>
                </a:lnTo>
                <a:lnTo>
                  <a:pt x="709840" y="773336"/>
                </a:lnTo>
                <a:lnTo>
                  <a:pt x="688976" y="771519"/>
                </a:lnTo>
                <a:lnTo>
                  <a:pt x="668792" y="769475"/>
                </a:lnTo>
                <a:lnTo>
                  <a:pt x="649515" y="767431"/>
                </a:lnTo>
                <a:lnTo>
                  <a:pt x="630919" y="764706"/>
                </a:lnTo>
                <a:lnTo>
                  <a:pt x="620260" y="760845"/>
                </a:lnTo>
                <a:lnTo>
                  <a:pt x="608694" y="757211"/>
                </a:lnTo>
                <a:lnTo>
                  <a:pt x="596447" y="753805"/>
                </a:lnTo>
                <a:lnTo>
                  <a:pt x="583747" y="750398"/>
                </a:lnTo>
                <a:lnTo>
                  <a:pt x="569913" y="747219"/>
                </a:lnTo>
                <a:lnTo>
                  <a:pt x="555626" y="744494"/>
                </a:lnTo>
                <a:lnTo>
                  <a:pt x="540658" y="741541"/>
                </a:lnTo>
                <a:lnTo>
                  <a:pt x="525236" y="739043"/>
                </a:lnTo>
                <a:lnTo>
                  <a:pt x="519340" y="736772"/>
                </a:lnTo>
                <a:lnTo>
                  <a:pt x="513670" y="734274"/>
                </a:lnTo>
                <a:lnTo>
                  <a:pt x="508681" y="732003"/>
                </a:lnTo>
                <a:lnTo>
                  <a:pt x="503919" y="729505"/>
                </a:lnTo>
                <a:lnTo>
                  <a:pt x="499156" y="726780"/>
                </a:lnTo>
                <a:lnTo>
                  <a:pt x="495301" y="724282"/>
                </a:lnTo>
                <a:lnTo>
                  <a:pt x="491445" y="721783"/>
                </a:lnTo>
                <a:lnTo>
                  <a:pt x="488043" y="719058"/>
                </a:lnTo>
                <a:lnTo>
                  <a:pt x="484868" y="716333"/>
                </a:lnTo>
                <a:lnTo>
                  <a:pt x="482374" y="713381"/>
                </a:lnTo>
                <a:lnTo>
                  <a:pt x="480106" y="710655"/>
                </a:lnTo>
                <a:lnTo>
                  <a:pt x="478292" y="707930"/>
                </a:lnTo>
                <a:lnTo>
                  <a:pt x="476704" y="704978"/>
                </a:lnTo>
                <a:lnTo>
                  <a:pt x="475570" y="702253"/>
                </a:lnTo>
                <a:lnTo>
                  <a:pt x="474890" y="699300"/>
                </a:lnTo>
                <a:lnTo>
                  <a:pt x="474663" y="696348"/>
                </a:lnTo>
                <a:lnTo>
                  <a:pt x="474663" y="616408"/>
                </a:lnTo>
                <a:lnTo>
                  <a:pt x="474890" y="614592"/>
                </a:lnTo>
                <a:lnTo>
                  <a:pt x="475117" y="612775"/>
                </a:lnTo>
                <a:close/>
                <a:moveTo>
                  <a:pt x="1637622" y="582613"/>
                </a:moveTo>
                <a:lnTo>
                  <a:pt x="1638529" y="584890"/>
                </a:lnTo>
                <a:lnTo>
                  <a:pt x="1639208" y="587394"/>
                </a:lnTo>
                <a:lnTo>
                  <a:pt x="1639662" y="589899"/>
                </a:lnTo>
                <a:lnTo>
                  <a:pt x="1639888" y="592176"/>
                </a:lnTo>
                <a:lnTo>
                  <a:pt x="1639888" y="672326"/>
                </a:lnTo>
                <a:lnTo>
                  <a:pt x="1639888" y="674375"/>
                </a:lnTo>
                <a:lnTo>
                  <a:pt x="1639435" y="676652"/>
                </a:lnTo>
                <a:lnTo>
                  <a:pt x="1638982" y="678474"/>
                </a:lnTo>
                <a:lnTo>
                  <a:pt x="1638302" y="680523"/>
                </a:lnTo>
                <a:lnTo>
                  <a:pt x="1637396" y="682345"/>
                </a:lnTo>
                <a:lnTo>
                  <a:pt x="1636263" y="684622"/>
                </a:lnTo>
                <a:lnTo>
                  <a:pt x="1634904" y="686443"/>
                </a:lnTo>
                <a:lnTo>
                  <a:pt x="1633318" y="688493"/>
                </a:lnTo>
                <a:lnTo>
                  <a:pt x="1631732" y="690314"/>
                </a:lnTo>
                <a:lnTo>
                  <a:pt x="1629919" y="692363"/>
                </a:lnTo>
                <a:lnTo>
                  <a:pt x="1625388" y="696007"/>
                </a:lnTo>
                <a:lnTo>
                  <a:pt x="1620176" y="699877"/>
                </a:lnTo>
                <a:lnTo>
                  <a:pt x="1614739" y="703521"/>
                </a:lnTo>
                <a:lnTo>
                  <a:pt x="1608168" y="707164"/>
                </a:lnTo>
                <a:lnTo>
                  <a:pt x="1600918" y="710352"/>
                </a:lnTo>
                <a:lnTo>
                  <a:pt x="1593215" y="713995"/>
                </a:lnTo>
                <a:lnTo>
                  <a:pt x="1584831" y="717183"/>
                </a:lnTo>
                <a:lnTo>
                  <a:pt x="1575769" y="720370"/>
                </a:lnTo>
                <a:lnTo>
                  <a:pt x="1566253" y="723330"/>
                </a:lnTo>
                <a:lnTo>
                  <a:pt x="1556057" y="726063"/>
                </a:lnTo>
                <a:lnTo>
                  <a:pt x="1545408" y="729023"/>
                </a:lnTo>
                <a:lnTo>
                  <a:pt x="1534306" y="731528"/>
                </a:lnTo>
                <a:lnTo>
                  <a:pt x="1522524" y="734032"/>
                </a:lnTo>
                <a:lnTo>
                  <a:pt x="1510290" y="736537"/>
                </a:lnTo>
                <a:lnTo>
                  <a:pt x="1497602" y="738814"/>
                </a:lnTo>
                <a:lnTo>
                  <a:pt x="1484461" y="740863"/>
                </a:lnTo>
                <a:lnTo>
                  <a:pt x="1470866" y="742912"/>
                </a:lnTo>
                <a:lnTo>
                  <a:pt x="1457045" y="744506"/>
                </a:lnTo>
                <a:lnTo>
                  <a:pt x="1442998" y="746100"/>
                </a:lnTo>
                <a:lnTo>
                  <a:pt x="1428271" y="747466"/>
                </a:lnTo>
                <a:lnTo>
                  <a:pt x="1413317" y="748833"/>
                </a:lnTo>
                <a:lnTo>
                  <a:pt x="1397684" y="749743"/>
                </a:lnTo>
                <a:lnTo>
                  <a:pt x="1382050" y="750882"/>
                </a:lnTo>
                <a:lnTo>
                  <a:pt x="1366191" y="751565"/>
                </a:lnTo>
                <a:lnTo>
                  <a:pt x="1350104" y="752020"/>
                </a:lnTo>
                <a:lnTo>
                  <a:pt x="1333791" y="752248"/>
                </a:lnTo>
                <a:lnTo>
                  <a:pt x="1317251" y="752476"/>
                </a:lnTo>
                <a:lnTo>
                  <a:pt x="1296180" y="752248"/>
                </a:lnTo>
                <a:lnTo>
                  <a:pt x="1275562" y="751793"/>
                </a:lnTo>
                <a:lnTo>
                  <a:pt x="1255397" y="751110"/>
                </a:lnTo>
                <a:lnTo>
                  <a:pt x="1235686" y="749743"/>
                </a:lnTo>
                <a:lnTo>
                  <a:pt x="1216427" y="748377"/>
                </a:lnTo>
                <a:lnTo>
                  <a:pt x="1197622" y="746783"/>
                </a:lnTo>
                <a:lnTo>
                  <a:pt x="1179496" y="744734"/>
                </a:lnTo>
                <a:lnTo>
                  <a:pt x="1162050" y="742685"/>
                </a:lnTo>
                <a:lnTo>
                  <a:pt x="1162050" y="642953"/>
                </a:lnTo>
                <a:lnTo>
                  <a:pt x="1179496" y="645230"/>
                </a:lnTo>
                <a:lnTo>
                  <a:pt x="1197622" y="647279"/>
                </a:lnTo>
                <a:lnTo>
                  <a:pt x="1216427" y="648873"/>
                </a:lnTo>
                <a:lnTo>
                  <a:pt x="1235686" y="650239"/>
                </a:lnTo>
                <a:lnTo>
                  <a:pt x="1255397" y="651378"/>
                </a:lnTo>
                <a:lnTo>
                  <a:pt x="1275562" y="652288"/>
                </a:lnTo>
                <a:lnTo>
                  <a:pt x="1296180" y="652744"/>
                </a:lnTo>
                <a:lnTo>
                  <a:pt x="1317251" y="652744"/>
                </a:lnTo>
                <a:lnTo>
                  <a:pt x="1332658" y="652744"/>
                </a:lnTo>
                <a:lnTo>
                  <a:pt x="1347838" y="652516"/>
                </a:lnTo>
                <a:lnTo>
                  <a:pt x="1362792" y="652061"/>
                </a:lnTo>
                <a:lnTo>
                  <a:pt x="1377519" y="651378"/>
                </a:lnTo>
                <a:lnTo>
                  <a:pt x="1392020" y="650695"/>
                </a:lnTo>
                <a:lnTo>
                  <a:pt x="1406520" y="649784"/>
                </a:lnTo>
                <a:lnTo>
                  <a:pt x="1420568" y="648873"/>
                </a:lnTo>
                <a:lnTo>
                  <a:pt x="1433935" y="647507"/>
                </a:lnTo>
                <a:lnTo>
                  <a:pt x="1447529" y="646141"/>
                </a:lnTo>
                <a:lnTo>
                  <a:pt x="1460671" y="644547"/>
                </a:lnTo>
                <a:lnTo>
                  <a:pt x="1473585" y="642953"/>
                </a:lnTo>
                <a:lnTo>
                  <a:pt x="1485820" y="641131"/>
                </a:lnTo>
                <a:lnTo>
                  <a:pt x="1498055" y="639310"/>
                </a:lnTo>
                <a:lnTo>
                  <a:pt x="1509836" y="637033"/>
                </a:lnTo>
                <a:lnTo>
                  <a:pt x="1520938" y="634983"/>
                </a:lnTo>
                <a:lnTo>
                  <a:pt x="1532040" y="632706"/>
                </a:lnTo>
                <a:lnTo>
                  <a:pt x="1542463" y="630202"/>
                </a:lnTo>
                <a:lnTo>
                  <a:pt x="1552432" y="627697"/>
                </a:lnTo>
                <a:lnTo>
                  <a:pt x="1562174" y="624965"/>
                </a:lnTo>
                <a:lnTo>
                  <a:pt x="1571237" y="622232"/>
                </a:lnTo>
                <a:lnTo>
                  <a:pt x="1579847" y="619500"/>
                </a:lnTo>
                <a:lnTo>
                  <a:pt x="1587777" y="616540"/>
                </a:lnTo>
                <a:lnTo>
                  <a:pt x="1595480" y="613352"/>
                </a:lnTo>
                <a:lnTo>
                  <a:pt x="1602504" y="610392"/>
                </a:lnTo>
                <a:lnTo>
                  <a:pt x="1609075" y="606976"/>
                </a:lnTo>
                <a:lnTo>
                  <a:pt x="1614965" y="603789"/>
                </a:lnTo>
                <a:lnTo>
                  <a:pt x="1620176" y="600373"/>
                </a:lnTo>
                <a:lnTo>
                  <a:pt x="1624934" y="596958"/>
                </a:lnTo>
                <a:lnTo>
                  <a:pt x="1629239" y="593315"/>
                </a:lnTo>
                <a:lnTo>
                  <a:pt x="1632411" y="589899"/>
                </a:lnTo>
                <a:lnTo>
                  <a:pt x="1635357" y="586256"/>
                </a:lnTo>
                <a:lnTo>
                  <a:pt x="1636490" y="584434"/>
                </a:lnTo>
                <a:lnTo>
                  <a:pt x="1637622" y="582613"/>
                </a:lnTo>
                <a:close/>
                <a:moveTo>
                  <a:pt x="1639435" y="457200"/>
                </a:moveTo>
                <a:lnTo>
                  <a:pt x="1639888" y="458792"/>
                </a:lnTo>
                <a:lnTo>
                  <a:pt x="1639888" y="460838"/>
                </a:lnTo>
                <a:lnTo>
                  <a:pt x="1639888" y="540662"/>
                </a:lnTo>
                <a:lnTo>
                  <a:pt x="1639888" y="542936"/>
                </a:lnTo>
                <a:lnTo>
                  <a:pt x="1639435" y="544983"/>
                </a:lnTo>
                <a:lnTo>
                  <a:pt x="1638982" y="546802"/>
                </a:lnTo>
                <a:lnTo>
                  <a:pt x="1638302" y="548849"/>
                </a:lnTo>
                <a:lnTo>
                  <a:pt x="1637396" y="550896"/>
                </a:lnTo>
                <a:lnTo>
                  <a:pt x="1636263" y="552942"/>
                </a:lnTo>
                <a:lnTo>
                  <a:pt x="1634904" y="554762"/>
                </a:lnTo>
                <a:lnTo>
                  <a:pt x="1633318" y="556809"/>
                </a:lnTo>
                <a:lnTo>
                  <a:pt x="1631732" y="558855"/>
                </a:lnTo>
                <a:lnTo>
                  <a:pt x="1629919" y="560675"/>
                </a:lnTo>
                <a:lnTo>
                  <a:pt x="1625388" y="564313"/>
                </a:lnTo>
                <a:lnTo>
                  <a:pt x="1620176" y="568179"/>
                </a:lnTo>
                <a:lnTo>
                  <a:pt x="1614739" y="571818"/>
                </a:lnTo>
                <a:lnTo>
                  <a:pt x="1608168" y="575457"/>
                </a:lnTo>
                <a:lnTo>
                  <a:pt x="1600918" y="578868"/>
                </a:lnTo>
                <a:lnTo>
                  <a:pt x="1593215" y="582279"/>
                </a:lnTo>
                <a:lnTo>
                  <a:pt x="1584831" y="585463"/>
                </a:lnTo>
                <a:lnTo>
                  <a:pt x="1575769" y="588647"/>
                </a:lnTo>
                <a:lnTo>
                  <a:pt x="1566253" y="591603"/>
                </a:lnTo>
                <a:lnTo>
                  <a:pt x="1556057" y="594560"/>
                </a:lnTo>
                <a:lnTo>
                  <a:pt x="1545408" y="597289"/>
                </a:lnTo>
                <a:lnTo>
                  <a:pt x="1534306" y="599790"/>
                </a:lnTo>
                <a:lnTo>
                  <a:pt x="1522524" y="602519"/>
                </a:lnTo>
                <a:lnTo>
                  <a:pt x="1510290" y="604794"/>
                </a:lnTo>
                <a:lnTo>
                  <a:pt x="1497602" y="607068"/>
                </a:lnTo>
                <a:lnTo>
                  <a:pt x="1484461" y="609114"/>
                </a:lnTo>
                <a:lnTo>
                  <a:pt x="1470866" y="611161"/>
                </a:lnTo>
                <a:lnTo>
                  <a:pt x="1457045" y="612753"/>
                </a:lnTo>
                <a:lnTo>
                  <a:pt x="1442998" y="614345"/>
                </a:lnTo>
                <a:lnTo>
                  <a:pt x="1428271" y="615710"/>
                </a:lnTo>
                <a:lnTo>
                  <a:pt x="1413317" y="617301"/>
                </a:lnTo>
                <a:lnTo>
                  <a:pt x="1397684" y="618211"/>
                </a:lnTo>
                <a:lnTo>
                  <a:pt x="1382050" y="619121"/>
                </a:lnTo>
                <a:lnTo>
                  <a:pt x="1366191" y="619803"/>
                </a:lnTo>
                <a:lnTo>
                  <a:pt x="1350104" y="620258"/>
                </a:lnTo>
                <a:lnTo>
                  <a:pt x="1333791" y="620713"/>
                </a:lnTo>
                <a:lnTo>
                  <a:pt x="1317251" y="620713"/>
                </a:lnTo>
                <a:lnTo>
                  <a:pt x="1296180" y="620485"/>
                </a:lnTo>
                <a:lnTo>
                  <a:pt x="1275562" y="620031"/>
                </a:lnTo>
                <a:lnTo>
                  <a:pt x="1255397" y="619348"/>
                </a:lnTo>
                <a:lnTo>
                  <a:pt x="1235686" y="618211"/>
                </a:lnTo>
                <a:lnTo>
                  <a:pt x="1216427" y="616847"/>
                </a:lnTo>
                <a:lnTo>
                  <a:pt x="1197622" y="615027"/>
                </a:lnTo>
                <a:lnTo>
                  <a:pt x="1179496" y="612981"/>
                </a:lnTo>
                <a:lnTo>
                  <a:pt x="1162050" y="610934"/>
                </a:lnTo>
                <a:lnTo>
                  <a:pt x="1162050" y="523606"/>
                </a:lnTo>
                <a:lnTo>
                  <a:pt x="1179496" y="525652"/>
                </a:lnTo>
                <a:lnTo>
                  <a:pt x="1197622" y="527927"/>
                </a:lnTo>
                <a:lnTo>
                  <a:pt x="1216427" y="529518"/>
                </a:lnTo>
                <a:lnTo>
                  <a:pt x="1235686" y="530883"/>
                </a:lnTo>
                <a:lnTo>
                  <a:pt x="1255397" y="532020"/>
                </a:lnTo>
                <a:lnTo>
                  <a:pt x="1275562" y="532702"/>
                </a:lnTo>
                <a:lnTo>
                  <a:pt x="1296180" y="533157"/>
                </a:lnTo>
                <a:lnTo>
                  <a:pt x="1317251" y="533385"/>
                </a:lnTo>
                <a:lnTo>
                  <a:pt x="1333338" y="533385"/>
                </a:lnTo>
                <a:lnTo>
                  <a:pt x="1349198" y="532930"/>
                </a:lnTo>
                <a:lnTo>
                  <a:pt x="1365058" y="532475"/>
                </a:lnTo>
                <a:lnTo>
                  <a:pt x="1380464" y="531793"/>
                </a:lnTo>
                <a:lnTo>
                  <a:pt x="1395645" y="531110"/>
                </a:lnTo>
                <a:lnTo>
                  <a:pt x="1410598" y="530201"/>
                </a:lnTo>
                <a:lnTo>
                  <a:pt x="1425326" y="528836"/>
                </a:lnTo>
                <a:lnTo>
                  <a:pt x="1439599" y="527699"/>
                </a:lnTo>
                <a:lnTo>
                  <a:pt x="1453647" y="525880"/>
                </a:lnTo>
                <a:lnTo>
                  <a:pt x="1467241" y="524288"/>
                </a:lnTo>
                <a:lnTo>
                  <a:pt x="1480609" y="522469"/>
                </a:lnTo>
                <a:lnTo>
                  <a:pt x="1493297" y="520649"/>
                </a:lnTo>
                <a:lnTo>
                  <a:pt x="1505758" y="518375"/>
                </a:lnTo>
                <a:lnTo>
                  <a:pt x="1517766" y="516101"/>
                </a:lnTo>
                <a:lnTo>
                  <a:pt x="1529322" y="513827"/>
                </a:lnTo>
                <a:lnTo>
                  <a:pt x="1540650" y="511098"/>
                </a:lnTo>
                <a:lnTo>
                  <a:pt x="1551072" y="508596"/>
                </a:lnTo>
                <a:lnTo>
                  <a:pt x="1561268" y="505867"/>
                </a:lnTo>
                <a:lnTo>
                  <a:pt x="1570784" y="502911"/>
                </a:lnTo>
                <a:lnTo>
                  <a:pt x="1579847" y="499954"/>
                </a:lnTo>
                <a:lnTo>
                  <a:pt x="1588230" y="496770"/>
                </a:lnTo>
                <a:lnTo>
                  <a:pt x="1596160" y="493587"/>
                </a:lnTo>
                <a:lnTo>
                  <a:pt x="1603637" y="490175"/>
                </a:lnTo>
                <a:lnTo>
                  <a:pt x="1610207" y="486991"/>
                </a:lnTo>
                <a:lnTo>
                  <a:pt x="1616325" y="483580"/>
                </a:lnTo>
                <a:lnTo>
                  <a:pt x="1621989" y="479941"/>
                </a:lnTo>
                <a:lnTo>
                  <a:pt x="1626520" y="476303"/>
                </a:lnTo>
                <a:lnTo>
                  <a:pt x="1630599" y="472664"/>
                </a:lnTo>
                <a:lnTo>
                  <a:pt x="1632411" y="470845"/>
                </a:lnTo>
                <a:lnTo>
                  <a:pt x="1633997" y="469025"/>
                </a:lnTo>
                <a:lnTo>
                  <a:pt x="1635583" y="466751"/>
                </a:lnTo>
                <a:lnTo>
                  <a:pt x="1636716" y="464932"/>
                </a:lnTo>
                <a:lnTo>
                  <a:pt x="1637622" y="463113"/>
                </a:lnTo>
                <a:lnTo>
                  <a:pt x="1638529" y="461293"/>
                </a:lnTo>
                <a:lnTo>
                  <a:pt x="1639208" y="459019"/>
                </a:lnTo>
                <a:lnTo>
                  <a:pt x="1639435" y="457200"/>
                </a:lnTo>
                <a:close/>
                <a:moveTo>
                  <a:pt x="781051" y="415925"/>
                </a:moveTo>
                <a:lnTo>
                  <a:pt x="797833" y="415925"/>
                </a:lnTo>
                <a:lnTo>
                  <a:pt x="814615" y="415925"/>
                </a:lnTo>
                <a:lnTo>
                  <a:pt x="830944" y="416150"/>
                </a:lnTo>
                <a:lnTo>
                  <a:pt x="847046" y="416602"/>
                </a:lnTo>
                <a:lnTo>
                  <a:pt x="862921" y="417505"/>
                </a:lnTo>
                <a:lnTo>
                  <a:pt x="878796" y="418408"/>
                </a:lnTo>
                <a:lnTo>
                  <a:pt x="893990" y="419536"/>
                </a:lnTo>
                <a:lnTo>
                  <a:pt x="908958" y="420665"/>
                </a:lnTo>
                <a:lnTo>
                  <a:pt x="923699" y="422019"/>
                </a:lnTo>
                <a:lnTo>
                  <a:pt x="937987" y="423599"/>
                </a:lnTo>
                <a:lnTo>
                  <a:pt x="951821" y="425630"/>
                </a:lnTo>
                <a:lnTo>
                  <a:pt x="965428" y="427436"/>
                </a:lnTo>
                <a:lnTo>
                  <a:pt x="978581" y="429467"/>
                </a:lnTo>
                <a:lnTo>
                  <a:pt x="991281" y="431499"/>
                </a:lnTo>
                <a:lnTo>
                  <a:pt x="1003301" y="433982"/>
                </a:lnTo>
                <a:lnTo>
                  <a:pt x="1015094" y="436464"/>
                </a:lnTo>
                <a:lnTo>
                  <a:pt x="1026206" y="438947"/>
                </a:lnTo>
                <a:lnTo>
                  <a:pt x="1037092" y="441882"/>
                </a:lnTo>
                <a:lnTo>
                  <a:pt x="1047071" y="444816"/>
                </a:lnTo>
                <a:lnTo>
                  <a:pt x="1056823" y="447750"/>
                </a:lnTo>
                <a:lnTo>
                  <a:pt x="1065894" y="450910"/>
                </a:lnTo>
                <a:lnTo>
                  <a:pt x="1074285" y="454296"/>
                </a:lnTo>
                <a:lnTo>
                  <a:pt x="1081996" y="457456"/>
                </a:lnTo>
                <a:lnTo>
                  <a:pt x="1089026" y="460841"/>
                </a:lnTo>
                <a:lnTo>
                  <a:pt x="1095603" y="464453"/>
                </a:lnTo>
                <a:lnTo>
                  <a:pt x="1101499" y="467838"/>
                </a:lnTo>
                <a:lnTo>
                  <a:pt x="1106262" y="471675"/>
                </a:lnTo>
                <a:lnTo>
                  <a:pt x="1110798" y="475287"/>
                </a:lnTo>
                <a:lnTo>
                  <a:pt x="1112612" y="477318"/>
                </a:lnTo>
                <a:lnTo>
                  <a:pt x="1114199" y="479350"/>
                </a:lnTo>
                <a:lnTo>
                  <a:pt x="1116014" y="481155"/>
                </a:lnTo>
                <a:lnTo>
                  <a:pt x="1117374" y="483187"/>
                </a:lnTo>
                <a:lnTo>
                  <a:pt x="1118282" y="485218"/>
                </a:lnTo>
                <a:lnTo>
                  <a:pt x="1119189" y="487249"/>
                </a:lnTo>
                <a:lnTo>
                  <a:pt x="1119869" y="489055"/>
                </a:lnTo>
                <a:lnTo>
                  <a:pt x="1120549" y="491312"/>
                </a:lnTo>
                <a:lnTo>
                  <a:pt x="1120776" y="493344"/>
                </a:lnTo>
                <a:lnTo>
                  <a:pt x="1120776" y="495149"/>
                </a:lnTo>
                <a:lnTo>
                  <a:pt x="1120776" y="574600"/>
                </a:lnTo>
                <a:lnTo>
                  <a:pt x="1120776" y="576631"/>
                </a:lnTo>
                <a:lnTo>
                  <a:pt x="1120549" y="578662"/>
                </a:lnTo>
                <a:lnTo>
                  <a:pt x="1119869" y="580919"/>
                </a:lnTo>
                <a:lnTo>
                  <a:pt x="1119189" y="582725"/>
                </a:lnTo>
                <a:lnTo>
                  <a:pt x="1118282" y="584757"/>
                </a:lnTo>
                <a:lnTo>
                  <a:pt x="1117374" y="586562"/>
                </a:lnTo>
                <a:lnTo>
                  <a:pt x="1116014" y="588819"/>
                </a:lnTo>
                <a:lnTo>
                  <a:pt x="1114199" y="590625"/>
                </a:lnTo>
                <a:lnTo>
                  <a:pt x="1112612" y="592431"/>
                </a:lnTo>
                <a:lnTo>
                  <a:pt x="1110798" y="594462"/>
                </a:lnTo>
                <a:lnTo>
                  <a:pt x="1106262" y="598299"/>
                </a:lnTo>
                <a:lnTo>
                  <a:pt x="1101499" y="601911"/>
                </a:lnTo>
                <a:lnTo>
                  <a:pt x="1095603" y="605522"/>
                </a:lnTo>
                <a:lnTo>
                  <a:pt x="1089026" y="609133"/>
                </a:lnTo>
                <a:lnTo>
                  <a:pt x="1081996" y="612519"/>
                </a:lnTo>
                <a:lnTo>
                  <a:pt x="1074285" y="615679"/>
                </a:lnTo>
                <a:lnTo>
                  <a:pt x="1065894" y="619065"/>
                </a:lnTo>
                <a:lnTo>
                  <a:pt x="1056823" y="621999"/>
                </a:lnTo>
                <a:lnTo>
                  <a:pt x="1047071" y="625159"/>
                </a:lnTo>
                <a:lnTo>
                  <a:pt x="1037092" y="627867"/>
                </a:lnTo>
                <a:lnTo>
                  <a:pt x="1026206" y="630576"/>
                </a:lnTo>
                <a:lnTo>
                  <a:pt x="1015094" y="633510"/>
                </a:lnTo>
                <a:lnTo>
                  <a:pt x="1003301" y="635767"/>
                </a:lnTo>
                <a:lnTo>
                  <a:pt x="991281" y="638024"/>
                </a:lnTo>
                <a:lnTo>
                  <a:pt x="978581" y="640507"/>
                </a:lnTo>
                <a:lnTo>
                  <a:pt x="965428" y="642539"/>
                </a:lnTo>
                <a:lnTo>
                  <a:pt x="951821" y="644344"/>
                </a:lnTo>
                <a:lnTo>
                  <a:pt x="937987" y="646376"/>
                </a:lnTo>
                <a:lnTo>
                  <a:pt x="923699" y="647730"/>
                </a:lnTo>
                <a:lnTo>
                  <a:pt x="908958" y="649084"/>
                </a:lnTo>
                <a:lnTo>
                  <a:pt x="893990" y="650438"/>
                </a:lnTo>
                <a:lnTo>
                  <a:pt x="878796" y="651341"/>
                </a:lnTo>
                <a:lnTo>
                  <a:pt x="862921" y="652244"/>
                </a:lnTo>
                <a:lnTo>
                  <a:pt x="847046" y="652921"/>
                </a:lnTo>
                <a:lnTo>
                  <a:pt x="830944" y="653598"/>
                </a:lnTo>
                <a:lnTo>
                  <a:pt x="814615" y="654050"/>
                </a:lnTo>
                <a:lnTo>
                  <a:pt x="797833" y="654050"/>
                </a:lnTo>
                <a:lnTo>
                  <a:pt x="781051" y="654050"/>
                </a:lnTo>
                <a:lnTo>
                  <a:pt x="764722" y="653598"/>
                </a:lnTo>
                <a:lnTo>
                  <a:pt x="748620" y="652921"/>
                </a:lnTo>
                <a:lnTo>
                  <a:pt x="732745" y="652244"/>
                </a:lnTo>
                <a:lnTo>
                  <a:pt x="717097" y="651341"/>
                </a:lnTo>
                <a:lnTo>
                  <a:pt x="701903" y="650438"/>
                </a:lnTo>
                <a:lnTo>
                  <a:pt x="686935" y="649084"/>
                </a:lnTo>
                <a:lnTo>
                  <a:pt x="672194" y="647730"/>
                </a:lnTo>
                <a:lnTo>
                  <a:pt x="657906" y="646376"/>
                </a:lnTo>
                <a:lnTo>
                  <a:pt x="643845" y="644344"/>
                </a:lnTo>
                <a:lnTo>
                  <a:pt x="630238" y="642539"/>
                </a:lnTo>
                <a:lnTo>
                  <a:pt x="617085" y="640507"/>
                </a:lnTo>
                <a:lnTo>
                  <a:pt x="604611" y="638024"/>
                </a:lnTo>
                <a:lnTo>
                  <a:pt x="592365" y="635767"/>
                </a:lnTo>
                <a:lnTo>
                  <a:pt x="580572" y="633510"/>
                </a:lnTo>
                <a:lnTo>
                  <a:pt x="569460" y="630576"/>
                </a:lnTo>
                <a:lnTo>
                  <a:pt x="558574" y="627867"/>
                </a:lnTo>
                <a:lnTo>
                  <a:pt x="548595" y="625159"/>
                </a:lnTo>
                <a:lnTo>
                  <a:pt x="539070" y="621999"/>
                </a:lnTo>
                <a:lnTo>
                  <a:pt x="529772" y="619065"/>
                </a:lnTo>
                <a:lnTo>
                  <a:pt x="521381" y="615679"/>
                </a:lnTo>
                <a:lnTo>
                  <a:pt x="513670" y="612519"/>
                </a:lnTo>
                <a:lnTo>
                  <a:pt x="506640" y="609133"/>
                </a:lnTo>
                <a:lnTo>
                  <a:pt x="500063" y="605522"/>
                </a:lnTo>
                <a:lnTo>
                  <a:pt x="494393" y="601911"/>
                </a:lnTo>
                <a:lnTo>
                  <a:pt x="489177" y="598299"/>
                </a:lnTo>
                <a:lnTo>
                  <a:pt x="484868" y="594462"/>
                </a:lnTo>
                <a:lnTo>
                  <a:pt x="483054" y="592431"/>
                </a:lnTo>
                <a:lnTo>
                  <a:pt x="481240" y="590625"/>
                </a:lnTo>
                <a:lnTo>
                  <a:pt x="479879" y="588819"/>
                </a:lnTo>
                <a:lnTo>
                  <a:pt x="478518" y="586562"/>
                </a:lnTo>
                <a:lnTo>
                  <a:pt x="477158" y="584757"/>
                </a:lnTo>
                <a:lnTo>
                  <a:pt x="476251" y="582725"/>
                </a:lnTo>
                <a:lnTo>
                  <a:pt x="475570" y="580919"/>
                </a:lnTo>
                <a:lnTo>
                  <a:pt x="475117" y="578662"/>
                </a:lnTo>
                <a:lnTo>
                  <a:pt x="474890" y="576631"/>
                </a:lnTo>
                <a:lnTo>
                  <a:pt x="474663" y="574600"/>
                </a:lnTo>
                <a:lnTo>
                  <a:pt x="474663" y="495149"/>
                </a:lnTo>
                <a:lnTo>
                  <a:pt x="474890" y="493344"/>
                </a:lnTo>
                <a:lnTo>
                  <a:pt x="475117" y="491312"/>
                </a:lnTo>
                <a:lnTo>
                  <a:pt x="475570" y="489055"/>
                </a:lnTo>
                <a:lnTo>
                  <a:pt x="476251" y="487249"/>
                </a:lnTo>
                <a:lnTo>
                  <a:pt x="477158" y="485218"/>
                </a:lnTo>
                <a:lnTo>
                  <a:pt x="478518" y="483187"/>
                </a:lnTo>
                <a:lnTo>
                  <a:pt x="479879" y="481155"/>
                </a:lnTo>
                <a:lnTo>
                  <a:pt x="481240" y="479350"/>
                </a:lnTo>
                <a:lnTo>
                  <a:pt x="483054" y="477318"/>
                </a:lnTo>
                <a:lnTo>
                  <a:pt x="484868" y="475287"/>
                </a:lnTo>
                <a:lnTo>
                  <a:pt x="489177" y="471675"/>
                </a:lnTo>
                <a:lnTo>
                  <a:pt x="494393" y="467838"/>
                </a:lnTo>
                <a:lnTo>
                  <a:pt x="500063" y="464453"/>
                </a:lnTo>
                <a:lnTo>
                  <a:pt x="506640" y="460841"/>
                </a:lnTo>
                <a:lnTo>
                  <a:pt x="513670" y="457456"/>
                </a:lnTo>
                <a:lnTo>
                  <a:pt x="521381" y="454296"/>
                </a:lnTo>
                <a:lnTo>
                  <a:pt x="529772" y="450910"/>
                </a:lnTo>
                <a:lnTo>
                  <a:pt x="539070" y="447750"/>
                </a:lnTo>
                <a:lnTo>
                  <a:pt x="548595" y="444816"/>
                </a:lnTo>
                <a:lnTo>
                  <a:pt x="558574" y="441882"/>
                </a:lnTo>
                <a:lnTo>
                  <a:pt x="569460" y="438947"/>
                </a:lnTo>
                <a:lnTo>
                  <a:pt x="580572" y="436464"/>
                </a:lnTo>
                <a:lnTo>
                  <a:pt x="592365" y="433982"/>
                </a:lnTo>
                <a:lnTo>
                  <a:pt x="604611" y="431499"/>
                </a:lnTo>
                <a:lnTo>
                  <a:pt x="617085" y="429467"/>
                </a:lnTo>
                <a:lnTo>
                  <a:pt x="630238" y="427436"/>
                </a:lnTo>
                <a:lnTo>
                  <a:pt x="643845" y="425630"/>
                </a:lnTo>
                <a:lnTo>
                  <a:pt x="657906" y="423599"/>
                </a:lnTo>
                <a:lnTo>
                  <a:pt x="672194" y="422019"/>
                </a:lnTo>
                <a:lnTo>
                  <a:pt x="686935" y="420665"/>
                </a:lnTo>
                <a:lnTo>
                  <a:pt x="701903" y="419536"/>
                </a:lnTo>
                <a:lnTo>
                  <a:pt x="717097" y="418408"/>
                </a:lnTo>
                <a:lnTo>
                  <a:pt x="732745" y="417505"/>
                </a:lnTo>
                <a:lnTo>
                  <a:pt x="748620" y="416602"/>
                </a:lnTo>
                <a:lnTo>
                  <a:pt x="764722" y="416150"/>
                </a:lnTo>
                <a:lnTo>
                  <a:pt x="781051" y="415925"/>
                </a:lnTo>
                <a:close/>
                <a:moveTo>
                  <a:pt x="994909" y="333375"/>
                </a:moveTo>
                <a:lnTo>
                  <a:pt x="995589" y="335421"/>
                </a:lnTo>
                <a:lnTo>
                  <a:pt x="996497" y="337468"/>
                </a:lnTo>
                <a:lnTo>
                  <a:pt x="997857" y="339287"/>
                </a:lnTo>
                <a:lnTo>
                  <a:pt x="998991" y="341107"/>
                </a:lnTo>
                <a:lnTo>
                  <a:pt x="1000352" y="343153"/>
                </a:lnTo>
                <a:lnTo>
                  <a:pt x="1001939" y="344745"/>
                </a:lnTo>
                <a:lnTo>
                  <a:pt x="1005795" y="348383"/>
                </a:lnTo>
                <a:lnTo>
                  <a:pt x="1010104" y="352022"/>
                </a:lnTo>
                <a:lnTo>
                  <a:pt x="1015320" y="355433"/>
                </a:lnTo>
                <a:lnTo>
                  <a:pt x="1020989" y="359072"/>
                </a:lnTo>
                <a:lnTo>
                  <a:pt x="1027339" y="362255"/>
                </a:lnTo>
                <a:lnTo>
                  <a:pt x="1033916" y="365666"/>
                </a:lnTo>
                <a:lnTo>
                  <a:pt x="1041400" y="368623"/>
                </a:lnTo>
                <a:lnTo>
                  <a:pt x="1049791" y="371579"/>
                </a:lnTo>
                <a:lnTo>
                  <a:pt x="1058182" y="374762"/>
                </a:lnTo>
                <a:lnTo>
                  <a:pt x="1067254" y="377491"/>
                </a:lnTo>
                <a:lnTo>
                  <a:pt x="1076779" y="380448"/>
                </a:lnTo>
                <a:lnTo>
                  <a:pt x="1086984" y="382949"/>
                </a:lnTo>
                <a:lnTo>
                  <a:pt x="1097643" y="385451"/>
                </a:lnTo>
                <a:lnTo>
                  <a:pt x="1108529" y="387952"/>
                </a:lnTo>
                <a:lnTo>
                  <a:pt x="1120095" y="390226"/>
                </a:lnTo>
                <a:lnTo>
                  <a:pt x="1131888" y="392273"/>
                </a:lnTo>
                <a:lnTo>
                  <a:pt x="1144134" y="394319"/>
                </a:lnTo>
                <a:lnTo>
                  <a:pt x="1156834" y="396366"/>
                </a:lnTo>
                <a:lnTo>
                  <a:pt x="1169988" y="397958"/>
                </a:lnTo>
                <a:lnTo>
                  <a:pt x="1183368" y="399550"/>
                </a:lnTo>
                <a:lnTo>
                  <a:pt x="1196975" y="400914"/>
                </a:lnTo>
                <a:lnTo>
                  <a:pt x="1211036" y="402506"/>
                </a:lnTo>
                <a:lnTo>
                  <a:pt x="1225324" y="403643"/>
                </a:lnTo>
                <a:lnTo>
                  <a:pt x="1240065" y="404553"/>
                </a:lnTo>
                <a:lnTo>
                  <a:pt x="1254806" y="405235"/>
                </a:lnTo>
                <a:lnTo>
                  <a:pt x="1270000" y="405917"/>
                </a:lnTo>
                <a:lnTo>
                  <a:pt x="1285422" y="406372"/>
                </a:lnTo>
                <a:lnTo>
                  <a:pt x="1301070" y="406599"/>
                </a:lnTo>
                <a:lnTo>
                  <a:pt x="1316945" y="406827"/>
                </a:lnTo>
                <a:lnTo>
                  <a:pt x="1332593" y="406599"/>
                </a:lnTo>
                <a:lnTo>
                  <a:pt x="1348241" y="406372"/>
                </a:lnTo>
                <a:lnTo>
                  <a:pt x="1363663" y="405917"/>
                </a:lnTo>
                <a:lnTo>
                  <a:pt x="1378858" y="405235"/>
                </a:lnTo>
                <a:lnTo>
                  <a:pt x="1393599" y="404553"/>
                </a:lnTo>
                <a:lnTo>
                  <a:pt x="1408340" y="403643"/>
                </a:lnTo>
                <a:lnTo>
                  <a:pt x="1422627" y="402506"/>
                </a:lnTo>
                <a:lnTo>
                  <a:pt x="1436688" y="400914"/>
                </a:lnTo>
                <a:lnTo>
                  <a:pt x="1450522" y="399550"/>
                </a:lnTo>
                <a:lnTo>
                  <a:pt x="1463676" y="397958"/>
                </a:lnTo>
                <a:lnTo>
                  <a:pt x="1476829" y="396366"/>
                </a:lnTo>
                <a:lnTo>
                  <a:pt x="1489529" y="394319"/>
                </a:lnTo>
                <a:lnTo>
                  <a:pt x="1502002" y="392273"/>
                </a:lnTo>
                <a:lnTo>
                  <a:pt x="1513568" y="390226"/>
                </a:lnTo>
                <a:lnTo>
                  <a:pt x="1525134" y="387952"/>
                </a:lnTo>
                <a:lnTo>
                  <a:pt x="1536247" y="385451"/>
                </a:lnTo>
                <a:lnTo>
                  <a:pt x="1546906" y="382949"/>
                </a:lnTo>
                <a:lnTo>
                  <a:pt x="1556885" y="380448"/>
                </a:lnTo>
                <a:lnTo>
                  <a:pt x="1566410" y="377491"/>
                </a:lnTo>
                <a:lnTo>
                  <a:pt x="1575481" y="374762"/>
                </a:lnTo>
                <a:lnTo>
                  <a:pt x="1584099" y="371579"/>
                </a:lnTo>
                <a:lnTo>
                  <a:pt x="1592263" y="368623"/>
                </a:lnTo>
                <a:lnTo>
                  <a:pt x="1599747" y="365666"/>
                </a:lnTo>
                <a:lnTo>
                  <a:pt x="1606551" y="362255"/>
                </a:lnTo>
                <a:lnTo>
                  <a:pt x="1612674" y="359072"/>
                </a:lnTo>
                <a:lnTo>
                  <a:pt x="1618343" y="355433"/>
                </a:lnTo>
                <a:lnTo>
                  <a:pt x="1623560" y="352022"/>
                </a:lnTo>
                <a:lnTo>
                  <a:pt x="1628095" y="348383"/>
                </a:lnTo>
                <a:lnTo>
                  <a:pt x="1631724" y="344745"/>
                </a:lnTo>
                <a:lnTo>
                  <a:pt x="1633311" y="343153"/>
                </a:lnTo>
                <a:lnTo>
                  <a:pt x="1634672" y="341107"/>
                </a:lnTo>
                <a:lnTo>
                  <a:pt x="1636033" y="339287"/>
                </a:lnTo>
                <a:lnTo>
                  <a:pt x="1637167" y="337468"/>
                </a:lnTo>
                <a:lnTo>
                  <a:pt x="1638074" y="335421"/>
                </a:lnTo>
                <a:lnTo>
                  <a:pt x="1638754" y="333375"/>
                </a:lnTo>
                <a:lnTo>
                  <a:pt x="1639661" y="336786"/>
                </a:lnTo>
                <a:lnTo>
                  <a:pt x="1639888" y="338378"/>
                </a:lnTo>
                <a:lnTo>
                  <a:pt x="1639888" y="340197"/>
                </a:lnTo>
                <a:lnTo>
                  <a:pt x="1639888" y="420244"/>
                </a:lnTo>
                <a:lnTo>
                  <a:pt x="1639888" y="422063"/>
                </a:lnTo>
                <a:lnTo>
                  <a:pt x="1639435" y="424337"/>
                </a:lnTo>
                <a:lnTo>
                  <a:pt x="1638981" y="426383"/>
                </a:lnTo>
                <a:lnTo>
                  <a:pt x="1638301" y="428203"/>
                </a:lnTo>
                <a:lnTo>
                  <a:pt x="1637394" y="430249"/>
                </a:lnTo>
                <a:lnTo>
                  <a:pt x="1636260" y="432296"/>
                </a:lnTo>
                <a:lnTo>
                  <a:pt x="1634899" y="434343"/>
                </a:lnTo>
                <a:lnTo>
                  <a:pt x="1633311" y="436162"/>
                </a:lnTo>
                <a:lnTo>
                  <a:pt x="1631724" y="438209"/>
                </a:lnTo>
                <a:lnTo>
                  <a:pt x="1629910" y="440255"/>
                </a:lnTo>
                <a:lnTo>
                  <a:pt x="1625374" y="443894"/>
                </a:lnTo>
                <a:lnTo>
                  <a:pt x="1620158" y="447760"/>
                </a:lnTo>
                <a:lnTo>
                  <a:pt x="1614715" y="451171"/>
                </a:lnTo>
                <a:lnTo>
                  <a:pt x="1608138" y="454809"/>
                </a:lnTo>
                <a:lnTo>
                  <a:pt x="1600881" y="458220"/>
                </a:lnTo>
                <a:lnTo>
                  <a:pt x="1593170" y="461631"/>
                </a:lnTo>
                <a:lnTo>
                  <a:pt x="1584779" y="464815"/>
                </a:lnTo>
                <a:lnTo>
                  <a:pt x="1575708" y="467771"/>
                </a:lnTo>
                <a:lnTo>
                  <a:pt x="1566183" y="470955"/>
                </a:lnTo>
                <a:lnTo>
                  <a:pt x="1555977" y="473911"/>
                </a:lnTo>
                <a:lnTo>
                  <a:pt x="1545318" y="476867"/>
                </a:lnTo>
                <a:lnTo>
                  <a:pt x="1534206" y="479369"/>
                </a:lnTo>
                <a:lnTo>
                  <a:pt x="1522413" y="481870"/>
                </a:lnTo>
                <a:lnTo>
                  <a:pt x="1510167" y="484372"/>
                </a:lnTo>
                <a:lnTo>
                  <a:pt x="1497467" y="486418"/>
                </a:lnTo>
                <a:lnTo>
                  <a:pt x="1484313" y="488465"/>
                </a:lnTo>
                <a:lnTo>
                  <a:pt x="1470706" y="490284"/>
                </a:lnTo>
                <a:lnTo>
                  <a:pt x="1456872" y="492331"/>
                </a:lnTo>
                <a:lnTo>
                  <a:pt x="1442811" y="493923"/>
                </a:lnTo>
                <a:lnTo>
                  <a:pt x="1428070" y="495287"/>
                </a:lnTo>
                <a:lnTo>
                  <a:pt x="1413102" y="496424"/>
                </a:lnTo>
                <a:lnTo>
                  <a:pt x="1397454" y="497561"/>
                </a:lnTo>
                <a:lnTo>
                  <a:pt x="1381806" y="498698"/>
                </a:lnTo>
                <a:lnTo>
                  <a:pt x="1365931" y="499381"/>
                </a:lnTo>
                <a:lnTo>
                  <a:pt x="1349829" y="499835"/>
                </a:lnTo>
                <a:lnTo>
                  <a:pt x="1333500" y="500063"/>
                </a:lnTo>
                <a:lnTo>
                  <a:pt x="1316945" y="500063"/>
                </a:lnTo>
                <a:lnTo>
                  <a:pt x="1295854" y="500063"/>
                </a:lnTo>
                <a:lnTo>
                  <a:pt x="1275216" y="499608"/>
                </a:lnTo>
                <a:lnTo>
                  <a:pt x="1255032" y="498698"/>
                </a:lnTo>
                <a:lnTo>
                  <a:pt x="1235302" y="497334"/>
                </a:lnTo>
                <a:lnTo>
                  <a:pt x="1216025" y="495969"/>
                </a:lnTo>
                <a:lnTo>
                  <a:pt x="1197202" y="494378"/>
                </a:lnTo>
                <a:lnTo>
                  <a:pt x="1179059" y="492558"/>
                </a:lnTo>
                <a:lnTo>
                  <a:pt x="1161597" y="490057"/>
                </a:lnTo>
                <a:lnTo>
                  <a:pt x="1161597" y="489147"/>
                </a:lnTo>
                <a:lnTo>
                  <a:pt x="1161597" y="455264"/>
                </a:lnTo>
                <a:lnTo>
                  <a:pt x="1161370" y="452308"/>
                </a:lnTo>
                <a:lnTo>
                  <a:pt x="1160463" y="449579"/>
                </a:lnTo>
                <a:lnTo>
                  <a:pt x="1159556" y="447077"/>
                </a:lnTo>
                <a:lnTo>
                  <a:pt x="1158195" y="444121"/>
                </a:lnTo>
                <a:lnTo>
                  <a:pt x="1156607" y="441392"/>
                </a:lnTo>
                <a:lnTo>
                  <a:pt x="1154566" y="438663"/>
                </a:lnTo>
                <a:lnTo>
                  <a:pt x="1152072" y="436162"/>
                </a:lnTo>
                <a:lnTo>
                  <a:pt x="1149350" y="433433"/>
                </a:lnTo>
                <a:lnTo>
                  <a:pt x="1146175" y="430704"/>
                </a:lnTo>
                <a:lnTo>
                  <a:pt x="1142547" y="428430"/>
                </a:lnTo>
                <a:lnTo>
                  <a:pt x="1138918" y="425929"/>
                </a:lnTo>
                <a:lnTo>
                  <a:pt x="1134836" y="423200"/>
                </a:lnTo>
                <a:lnTo>
                  <a:pt x="1130300" y="420926"/>
                </a:lnTo>
                <a:lnTo>
                  <a:pt x="1125538" y="418652"/>
                </a:lnTo>
                <a:lnTo>
                  <a:pt x="1120322" y="416150"/>
                </a:lnTo>
                <a:lnTo>
                  <a:pt x="1115106" y="413876"/>
                </a:lnTo>
                <a:lnTo>
                  <a:pt x="1109436" y="411830"/>
                </a:lnTo>
                <a:lnTo>
                  <a:pt x="1103539" y="409555"/>
                </a:lnTo>
                <a:lnTo>
                  <a:pt x="1090613" y="405235"/>
                </a:lnTo>
                <a:lnTo>
                  <a:pt x="1076779" y="401141"/>
                </a:lnTo>
                <a:lnTo>
                  <a:pt x="1062038" y="397503"/>
                </a:lnTo>
                <a:lnTo>
                  <a:pt x="1046389" y="393865"/>
                </a:lnTo>
                <a:lnTo>
                  <a:pt x="1029607" y="390908"/>
                </a:lnTo>
                <a:lnTo>
                  <a:pt x="1011918" y="387952"/>
                </a:lnTo>
                <a:lnTo>
                  <a:pt x="993775" y="384996"/>
                </a:lnTo>
                <a:lnTo>
                  <a:pt x="993775" y="340197"/>
                </a:lnTo>
                <a:lnTo>
                  <a:pt x="993775" y="338378"/>
                </a:lnTo>
                <a:lnTo>
                  <a:pt x="994002" y="336786"/>
                </a:lnTo>
                <a:lnTo>
                  <a:pt x="994909" y="333375"/>
                </a:lnTo>
                <a:close/>
                <a:moveTo>
                  <a:pt x="996723" y="203200"/>
                </a:moveTo>
                <a:lnTo>
                  <a:pt x="998084" y="205026"/>
                </a:lnTo>
                <a:lnTo>
                  <a:pt x="999218" y="206624"/>
                </a:lnTo>
                <a:lnTo>
                  <a:pt x="1002166" y="210505"/>
                </a:lnTo>
                <a:lnTo>
                  <a:pt x="1005795" y="213930"/>
                </a:lnTo>
                <a:lnTo>
                  <a:pt x="1010104" y="217354"/>
                </a:lnTo>
                <a:lnTo>
                  <a:pt x="1014866" y="220779"/>
                </a:lnTo>
                <a:lnTo>
                  <a:pt x="1020536" y="224203"/>
                </a:lnTo>
                <a:lnTo>
                  <a:pt x="1026206" y="227399"/>
                </a:lnTo>
                <a:lnTo>
                  <a:pt x="1032782" y="230367"/>
                </a:lnTo>
                <a:lnTo>
                  <a:pt x="1040039" y="233563"/>
                </a:lnTo>
                <a:lnTo>
                  <a:pt x="1047523" y="236531"/>
                </a:lnTo>
                <a:lnTo>
                  <a:pt x="1055688" y="239499"/>
                </a:lnTo>
                <a:lnTo>
                  <a:pt x="1064532" y="242238"/>
                </a:lnTo>
                <a:lnTo>
                  <a:pt x="1073604" y="244978"/>
                </a:lnTo>
                <a:lnTo>
                  <a:pt x="1083129" y="247717"/>
                </a:lnTo>
                <a:lnTo>
                  <a:pt x="1093107" y="250000"/>
                </a:lnTo>
                <a:lnTo>
                  <a:pt x="1103539" y="252512"/>
                </a:lnTo>
                <a:lnTo>
                  <a:pt x="1114425" y="254795"/>
                </a:lnTo>
                <a:lnTo>
                  <a:pt x="1125765" y="256849"/>
                </a:lnTo>
                <a:lnTo>
                  <a:pt x="1137331" y="258904"/>
                </a:lnTo>
                <a:lnTo>
                  <a:pt x="1149350" y="260730"/>
                </a:lnTo>
                <a:lnTo>
                  <a:pt x="1161823" y="262785"/>
                </a:lnTo>
                <a:lnTo>
                  <a:pt x="1174523" y="264383"/>
                </a:lnTo>
                <a:lnTo>
                  <a:pt x="1187450" y="265753"/>
                </a:lnTo>
                <a:lnTo>
                  <a:pt x="1200831" y="267123"/>
                </a:lnTo>
                <a:lnTo>
                  <a:pt x="1214665" y="268492"/>
                </a:lnTo>
                <a:lnTo>
                  <a:pt x="1228499" y="269405"/>
                </a:lnTo>
                <a:lnTo>
                  <a:pt x="1242786" y="270319"/>
                </a:lnTo>
                <a:lnTo>
                  <a:pt x="1256847" y="271232"/>
                </a:lnTo>
                <a:lnTo>
                  <a:pt x="1271588" y="271688"/>
                </a:lnTo>
                <a:lnTo>
                  <a:pt x="1286329" y="272145"/>
                </a:lnTo>
                <a:lnTo>
                  <a:pt x="1301750" y="272373"/>
                </a:lnTo>
                <a:lnTo>
                  <a:pt x="1316945" y="272373"/>
                </a:lnTo>
                <a:lnTo>
                  <a:pt x="1332140" y="272373"/>
                </a:lnTo>
                <a:lnTo>
                  <a:pt x="1347334" y="272145"/>
                </a:lnTo>
                <a:lnTo>
                  <a:pt x="1362075" y="271688"/>
                </a:lnTo>
                <a:lnTo>
                  <a:pt x="1376817" y="271232"/>
                </a:lnTo>
                <a:lnTo>
                  <a:pt x="1391104" y="270319"/>
                </a:lnTo>
                <a:lnTo>
                  <a:pt x="1405165" y="269405"/>
                </a:lnTo>
                <a:lnTo>
                  <a:pt x="1418999" y="268492"/>
                </a:lnTo>
                <a:lnTo>
                  <a:pt x="1432833" y="267123"/>
                </a:lnTo>
                <a:lnTo>
                  <a:pt x="1446213" y="265753"/>
                </a:lnTo>
                <a:lnTo>
                  <a:pt x="1459140" y="264383"/>
                </a:lnTo>
                <a:lnTo>
                  <a:pt x="1471840" y="262785"/>
                </a:lnTo>
                <a:lnTo>
                  <a:pt x="1484313" y="260730"/>
                </a:lnTo>
                <a:lnTo>
                  <a:pt x="1496333" y="258904"/>
                </a:lnTo>
                <a:lnTo>
                  <a:pt x="1507899" y="256849"/>
                </a:lnTo>
                <a:lnTo>
                  <a:pt x="1519238" y="254795"/>
                </a:lnTo>
                <a:lnTo>
                  <a:pt x="1530124" y="252512"/>
                </a:lnTo>
                <a:lnTo>
                  <a:pt x="1540556" y="250000"/>
                </a:lnTo>
                <a:lnTo>
                  <a:pt x="1550535" y="247717"/>
                </a:lnTo>
                <a:lnTo>
                  <a:pt x="1560060" y="244978"/>
                </a:lnTo>
                <a:lnTo>
                  <a:pt x="1569358" y="242238"/>
                </a:lnTo>
                <a:lnTo>
                  <a:pt x="1577976" y="239499"/>
                </a:lnTo>
                <a:lnTo>
                  <a:pt x="1586140" y="236531"/>
                </a:lnTo>
                <a:lnTo>
                  <a:pt x="1593624" y="233563"/>
                </a:lnTo>
                <a:lnTo>
                  <a:pt x="1600881" y="230367"/>
                </a:lnTo>
                <a:lnTo>
                  <a:pt x="1607458" y="227399"/>
                </a:lnTo>
                <a:lnTo>
                  <a:pt x="1613354" y="224203"/>
                </a:lnTo>
                <a:lnTo>
                  <a:pt x="1618797" y="220779"/>
                </a:lnTo>
                <a:lnTo>
                  <a:pt x="1623560" y="217354"/>
                </a:lnTo>
                <a:lnTo>
                  <a:pt x="1628095" y="213930"/>
                </a:lnTo>
                <a:lnTo>
                  <a:pt x="1631497" y="210505"/>
                </a:lnTo>
                <a:lnTo>
                  <a:pt x="1634445" y="206624"/>
                </a:lnTo>
                <a:lnTo>
                  <a:pt x="1635806" y="205026"/>
                </a:lnTo>
                <a:lnTo>
                  <a:pt x="1636940" y="203200"/>
                </a:lnTo>
                <a:lnTo>
                  <a:pt x="1638301" y="205711"/>
                </a:lnTo>
                <a:lnTo>
                  <a:pt x="1639208" y="208451"/>
                </a:lnTo>
                <a:lnTo>
                  <a:pt x="1639661" y="211418"/>
                </a:lnTo>
                <a:lnTo>
                  <a:pt x="1639888" y="213930"/>
                </a:lnTo>
                <a:lnTo>
                  <a:pt x="1639888" y="294290"/>
                </a:lnTo>
                <a:lnTo>
                  <a:pt x="1639888" y="296344"/>
                </a:lnTo>
                <a:lnTo>
                  <a:pt x="1639435" y="298627"/>
                </a:lnTo>
                <a:lnTo>
                  <a:pt x="1638981" y="300682"/>
                </a:lnTo>
                <a:lnTo>
                  <a:pt x="1638301" y="302508"/>
                </a:lnTo>
                <a:lnTo>
                  <a:pt x="1637394" y="304563"/>
                </a:lnTo>
                <a:lnTo>
                  <a:pt x="1636260" y="306618"/>
                </a:lnTo>
                <a:lnTo>
                  <a:pt x="1634899" y="308672"/>
                </a:lnTo>
                <a:lnTo>
                  <a:pt x="1633311" y="310499"/>
                </a:lnTo>
                <a:lnTo>
                  <a:pt x="1631724" y="312325"/>
                </a:lnTo>
                <a:lnTo>
                  <a:pt x="1629910" y="314608"/>
                </a:lnTo>
                <a:lnTo>
                  <a:pt x="1625374" y="318261"/>
                </a:lnTo>
                <a:lnTo>
                  <a:pt x="1620158" y="322142"/>
                </a:lnTo>
                <a:lnTo>
                  <a:pt x="1614715" y="325566"/>
                </a:lnTo>
                <a:lnTo>
                  <a:pt x="1608138" y="329219"/>
                </a:lnTo>
                <a:lnTo>
                  <a:pt x="1600881" y="332643"/>
                </a:lnTo>
                <a:lnTo>
                  <a:pt x="1593170" y="336068"/>
                </a:lnTo>
                <a:lnTo>
                  <a:pt x="1584779" y="339264"/>
                </a:lnTo>
                <a:lnTo>
                  <a:pt x="1575708" y="342232"/>
                </a:lnTo>
                <a:lnTo>
                  <a:pt x="1566183" y="345428"/>
                </a:lnTo>
                <a:lnTo>
                  <a:pt x="1555977" y="348396"/>
                </a:lnTo>
                <a:lnTo>
                  <a:pt x="1545318" y="351135"/>
                </a:lnTo>
                <a:lnTo>
                  <a:pt x="1534206" y="353875"/>
                </a:lnTo>
                <a:lnTo>
                  <a:pt x="1522413" y="356158"/>
                </a:lnTo>
                <a:lnTo>
                  <a:pt x="1510167" y="358897"/>
                </a:lnTo>
                <a:lnTo>
                  <a:pt x="1497467" y="360952"/>
                </a:lnTo>
                <a:lnTo>
                  <a:pt x="1484313" y="363007"/>
                </a:lnTo>
                <a:lnTo>
                  <a:pt x="1470706" y="364833"/>
                </a:lnTo>
                <a:lnTo>
                  <a:pt x="1456872" y="366888"/>
                </a:lnTo>
                <a:lnTo>
                  <a:pt x="1442811" y="368257"/>
                </a:lnTo>
                <a:lnTo>
                  <a:pt x="1428070" y="369856"/>
                </a:lnTo>
                <a:lnTo>
                  <a:pt x="1413102" y="370997"/>
                </a:lnTo>
                <a:lnTo>
                  <a:pt x="1397454" y="372139"/>
                </a:lnTo>
                <a:lnTo>
                  <a:pt x="1381806" y="373052"/>
                </a:lnTo>
                <a:lnTo>
                  <a:pt x="1365931" y="373737"/>
                </a:lnTo>
                <a:lnTo>
                  <a:pt x="1349829" y="374193"/>
                </a:lnTo>
                <a:lnTo>
                  <a:pt x="1333500" y="374650"/>
                </a:lnTo>
                <a:lnTo>
                  <a:pt x="1316945" y="374650"/>
                </a:lnTo>
                <a:lnTo>
                  <a:pt x="1300163" y="374650"/>
                </a:lnTo>
                <a:lnTo>
                  <a:pt x="1283834" y="374193"/>
                </a:lnTo>
                <a:lnTo>
                  <a:pt x="1267732" y="373737"/>
                </a:lnTo>
                <a:lnTo>
                  <a:pt x="1251857" y="373052"/>
                </a:lnTo>
                <a:lnTo>
                  <a:pt x="1236209" y="372139"/>
                </a:lnTo>
                <a:lnTo>
                  <a:pt x="1220788" y="370997"/>
                </a:lnTo>
                <a:lnTo>
                  <a:pt x="1205820" y="369856"/>
                </a:lnTo>
                <a:lnTo>
                  <a:pt x="1191079" y="368257"/>
                </a:lnTo>
                <a:lnTo>
                  <a:pt x="1176791" y="366888"/>
                </a:lnTo>
                <a:lnTo>
                  <a:pt x="1162957" y="364833"/>
                </a:lnTo>
                <a:lnTo>
                  <a:pt x="1149350" y="363007"/>
                </a:lnTo>
                <a:lnTo>
                  <a:pt x="1136197" y="360952"/>
                </a:lnTo>
                <a:lnTo>
                  <a:pt x="1123723" y="358897"/>
                </a:lnTo>
                <a:lnTo>
                  <a:pt x="1111477" y="356158"/>
                </a:lnTo>
                <a:lnTo>
                  <a:pt x="1099457" y="353875"/>
                </a:lnTo>
                <a:lnTo>
                  <a:pt x="1088345" y="351135"/>
                </a:lnTo>
                <a:lnTo>
                  <a:pt x="1077686" y="348396"/>
                </a:lnTo>
                <a:lnTo>
                  <a:pt x="1067481" y="345428"/>
                </a:lnTo>
                <a:lnTo>
                  <a:pt x="1057956" y="342232"/>
                </a:lnTo>
                <a:lnTo>
                  <a:pt x="1048884" y="339264"/>
                </a:lnTo>
                <a:lnTo>
                  <a:pt x="1040493" y="336068"/>
                </a:lnTo>
                <a:lnTo>
                  <a:pt x="1032782" y="332643"/>
                </a:lnTo>
                <a:lnTo>
                  <a:pt x="1025525" y="329219"/>
                </a:lnTo>
                <a:lnTo>
                  <a:pt x="1018948" y="325566"/>
                </a:lnTo>
                <a:lnTo>
                  <a:pt x="1013505" y="322142"/>
                </a:lnTo>
                <a:lnTo>
                  <a:pt x="1008289" y="318261"/>
                </a:lnTo>
                <a:lnTo>
                  <a:pt x="1003754" y="314608"/>
                </a:lnTo>
                <a:lnTo>
                  <a:pt x="1001939" y="312325"/>
                </a:lnTo>
                <a:lnTo>
                  <a:pt x="1000352" y="310499"/>
                </a:lnTo>
                <a:lnTo>
                  <a:pt x="998991" y="308672"/>
                </a:lnTo>
                <a:lnTo>
                  <a:pt x="997630" y="306618"/>
                </a:lnTo>
                <a:lnTo>
                  <a:pt x="996270" y="304563"/>
                </a:lnTo>
                <a:lnTo>
                  <a:pt x="995363" y="302508"/>
                </a:lnTo>
                <a:lnTo>
                  <a:pt x="994682" y="300682"/>
                </a:lnTo>
                <a:lnTo>
                  <a:pt x="994229" y="298627"/>
                </a:lnTo>
                <a:lnTo>
                  <a:pt x="993775" y="296344"/>
                </a:lnTo>
                <a:lnTo>
                  <a:pt x="993775" y="294290"/>
                </a:lnTo>
                <a:lnTo>
                  <a:pt x="993775" y="213930"/>
                </a:lnTo>
                <a:lnTo>
                  <a:pt x="994002" y="211418"/>
                </a:lnTo>
                <a:lnTo>
                  <a:pt x="994455" y="208451"/>
                </a:lnTo>
                <a:lnTo>
                  <a:pt x="995589" y="205711"/>
                </a:lnTo>
                <a:lnTo>
                  <a:pt x="996723" y="203200"/>
                </a:lnTo>
                <a:close/>
                <a:moveTo>
                  <a:pt x="1300163" y="0"/>
                </a:moveTo>
                <a:lnTo>
                  <a:pt x="1316945" y="0"/>
                </a:lnTo>
                <a:lnTo>
                  <a:pt x="1333500" y="0"/>
                </a:lnTo>
                <a:lnTo>
                  <a:pt x="1349829" y="451"/>
                </a:lnTo>
                <a:lnTo>
                  <a:pt x="1365931" y="903"/>
                </a:lnTo>
                <a:lnTo>
                  <a:pt x="1381806" y="1580"/>
                </a:lnTo>
                <a:lnTo>
                  <a:pt x="1397454" y="2708"/>
                </a:lnTo>
                <a:lnTo>
                  <a:pt x="1413102" y="3611"/>
                </a:lnTo>
                <a:lnTo>
                  <a:pt x="1428070" y="4965"/>
                </a:lnTo>
                <a:lnTo>
                  <a:pt x="1442811" y="6320"/>
                </a:lnTo>
                <a:lnTo>
                  <a:pt x="1456872" y="7900"/>
                </a:lnTo>
                <a:lnTo>
                  <a:pt x="1470706" y="9480"/>
                </a:lnTo>
                <a:lnTo>
                  <a:pt x="1484313" y="11511"/>
                </a:lnTo>
                <a:lnTo>
                  <a:pt x="1497467" y="13542"/>
                </a:lnTo>
                <a:lnTo>
                  <a:pt x="1510167" y="15800"/>
                </a:lnTo>
                <a:lnTo>
                  <a:pt x="1522413" y="18282"/>
                </a:lnTo>
                <a:lnTo>
                  <a:pt x="1534206" y="20765"/>
                </a:lnTo>
                <a:lnTo>
                  <a:pt x="1545318" y="23248"/>
                </a:lnTo>
                <a:lnTo>
                  <a:pt x="1555977" y="26182"/>
                </a:lnTo>
                <a:lnTo>
                  <a:pt x="1566183" y="28891"/>
                </a:lnTo>
                <a:lnTo>
                  <a:pt x="1575708" y="32051"/>
                </a:lnTo>
                <a:lnTo>
                  <a:pt x="1584779" y="34985"/>
                </a:lnTo>
                <a:lnTo>
                  <a:pt x="1593170" y="38145"/>
                </a:lnTo>
                <a:lnTo>
                  <a:pt x="1600881" y="41531"/>
                </a:lnTo>
                <a:lnTo>
                  <a:pt x="1608138" y="44916"/>
                </a:lnTo>
                <a:lnTo>
                  <a:pt x="1614715" y="48528"/>
                </a:lnTo>
                <a:lnTo>
                  <a:pt x="1620158" y="52139"/>
                </a:lnTo>
                <a:lnTo>
                  <a:pt x="1625374" y="55976"/>
                </a:lnTo>
                <a:lnTo>
                  <a:pt x="1629910" y="59587"/>
                </a:lnTo>
                <a:lnTo>
                  <a:pt x="1631724" y="61619"/>
                </a:lnTo>
                <a:lnTo>
                  <a:pt x="1633311" y="63425"/>
                </a:lnTo>
                <a:lnTo>
                  <a:pt x="1634899" y="65456"/>
                </a:lnTo>
                <a:lnTo>
                  <a:pt x="1636260" y="67262"/>
                </a:lnTo>
                <a:lnTo>
                  <a:pt x="1637394" y="69519"/>
                </a:lnTo>
                <a:lnTo>
                  <a:pt x="1638301" y="71324"/>
                </a:lnTo>
                <a:lnTo>
                  <a:pt x="1638981" y="73356"/>
                </a:lnTo>
                <a:lnTo>
                  <a:pt x="1639435" y="75161"/>
                </a:lnTo>
                <a:lnTo>
                  <a:pt x="1639888" y="77419"/>
                </a:lnTo>
                <a:lnTo>
                  <a:pt x="1639888" y="79450"/>
                </a:lnTo>
                <a:lnTo>
                  <a:pt x="1639888" y="158900"/>
                </a:lnTo>
                <a:lnTo>
                  <a:pt x="1639888" y="160932"/>
                </a:lnTo>
                <a:lnTo>
                  <a:pt x="1639435" y="162737"/>
                </a:lnTo>
                <a:lnTo>
                  <a:pt x="1638981" y="164994"/>
                </a:lnTo>
                <a:lnTo>
                  <a:pt x="1638301" y="167026"/>
                </a:lnTo>
                <a:lnTo>
                  <a:pt x="1637394" y="168832"/>
                </a:lnTo>
                <a:lnTo>
                  <a:pt x="1636260" y="170863"/>
                </a:lnTo>
                <a:lnTo>
                  <a:pt x="1634899" y="172894"/>
                </a:lnTo>
                <a:lnTo>
                  <a:pt x="1633311" y="174926"/>
                </a:lnTo>
                <a:lnTo>
                  <a:pt x="1631724" y="176731"/>
                </a:lnTo>
                <a:lnTo>
                  <a:pt x="1629910" y="178537"/>
                </a:lnTo>
                <a:lnTo>
                  <a:pt x="1625374" y="182374"/>
                </a:lnTo>
                <a:lnTo>
                  <a:pt x="1620158" y="185986"/>
                </a:lnTo>
                <a:lnTo>
                  <a:pt x="1614715" y="189823"/>
                </a:lnTo>
                <a:lnTo>
                  <a:pt x="1608138" y="193208"/>
                </a:lnTo>
                <a:lnTo>
                  <a:pt x="1600881" y="196594"/>
                </a:lnTo>
                <a:lnTo>
                  <a:pt x="1593170" y="199980"/>
                </a:lnTo>
                <a:lnTo>
                  <a:pt x="1584779" y="203140"/>
                </a:lnTo>
                <a:lnTo>
                  <a:pt x="1575708" y="206300"/>
                </a:lnTo>
                <a:lnTo>
                  <a:pt x="1566183" y="209459"/>
                </a:lnTo>
                <a:lnTo>
                  <a:pt x="1555977" y="212168"/>
                </a:lnTo>
                <a:lnTo>
                  <a:pt x="1545318" y="214877"/>
                </a:lnTo>
                <a:lnTo>
                  <a:pt x="1534206" y="217585"/>
                </a:lnTo>
                <a:lnTo>
                  <a:pt x="1522413" y="220068"/>
                </a:lnTo>
                <a:lnTo>
                  <a:pt x="1510167" y="222325"/>
                </a:lnTo>
                <a:lnTo>
                  <a:pt x="1497467" y="224808"/>
                </a:lnTo>
                <a:lnTo>
                  <a:pt x="1484313" y="226614"/>
                </a:lnTo>
                <a:lnTo>
                  <a:pt x="1470706" y="228645"/>
                </a:lnTo>
                <a:lnTo>
                  <a:pt x="1456872" y="230225"/>
                </a:lnTo>
                <a:lnTo>
                  <a:pt x="1442811" y="232031"/>
                </a:lnTo>
                <a:lnTo>
                  <a:pt x="1428070" y="233385"/>
                </a:lnTo>
                <a:lnTo>
                  <a:pt x="1413102" y="234513"/>
                </a:lnTo>
                <a:lnTo>
                  <a:pt x="1397454" y="235642"/>
                </a:lnTo>
                <a:lnTo>
                  <a:pt x="1381806" y="236545"/>
                </a:lnTo>
                <a:lnTo>
                  <a:pt x="1365931" y="237222"/>
                </a:lnTo>
                <a:lnTo>
                  <a:pt x="1349829" y="237673"/>
                </a:lnTo>
                <a:lnTo>
                  <a:pt x="1333500" y="237899"/>
                </a:lnTo>
                <a:lnTo>
                  <a:pt x="1316945" y="238125"/>
                </a:lnTo>
                <a:lnTo>
                  <a:pt x="1300163" y="237899"/>
                </a:lnTo>
                <a:lnTo>
                  <a:pt x="1283834" y="237673"/>
                </a:lnTo>
                <a:lnTo>
                  <a:pt x="1267732" y="237222"/>
                </a:lnTo>
                <a:lnTo>
                  <a:pt x="1251857" y="236545"/>
                </a:lnTo>
                <a:lnTo>
                  <a:pt x="1236209" y="235642"/>
                </a:lnTo>
                <a:lnTo>
                  <a:pt x="1220788" y="234513"/>
                </a:lnTo>
                <a:lnTo>
                  <a:pt x="1205820" y="233385"/>
                </a:lnTo>
                <a:lnTo>
                  <a:pt x="1191079" y="232031"/>
                </a:lnTo>
                <a:lnTo>
                  <a:pt x="1176791" y="230225"/>
                </a:lnTo>
                <a:lnTo>
                  <a:pt x="1162957" y="228645"/>
                </a:lnTo>
                <a:lnTo>
                  <a:pt x="1149350" y="226614"/>
                </a:lnTo>
                <a:lnTo>
                  <a:pt x="1136197" y="224808"/>
                </a:lnTo>
                <a:lnTo>
                  <a:pt x="1123723" y="222325"/>
                </a:lnTo>
                <a:lnTo>
                  <a:pt x="1111477" y="220068"/>
                </a:lnTo>
                <a:lnTo>
                  <a:pt x="1099457" y="217585"/>
                </a:lnTo>
                <a:lnTo>
                  <a:pt x="1088345" y="214877"/>
                </a:lnTo>
                <a:lnTo>
                  <a:pt x="1077686" y="212168"/>
                </a:lnTo>
                <a:lnTo>
                  <a:pt x="1067481" y="209459"/>
                </a:lnTo>
                <a:lnTo>
                  <a:pt x="1057956" y="206300"/>
                </a:lnTo>
                <a:lnTo>
                  <a:pt x="1048884" y="203140"/>
                </a:lnTo>
                <a:lnTo>
                  <a:pt x="1040493" y="199980"/>
                </a:lnTo>
                <a:lnTo>
                  <a:pt x="1032782" y="196594"/>
                </a:lnTo>
                <a:lnTo>
                  <a:pt x="1025525" y="193208"/>
                </a:lnTo>
                <a:lnTo>
                  <a:pt x="1018948" y="189823"/>
                </a:lnTo>
                <a:lnTo>
                  <a:pt x="1013505" y="185986"/>
                </a:lnTo>
                <a:lnTo>
                  <a:pt x="1008289" y="182374"/>
                </a:lnTo>
                <a:lnTo>
                  <a:pt x="1003754" y="178537"/>
                </a:lnTo>
                <a:lnTo>
                  <a:pt x="1001939" y="176731"/>
                </a:lnTo>
                <a:lnTo>
                  <a:pt x="1000352" y="174926"/>
                </a:lnTo>
                <a:lnTo>
                  <a:pt x="998991" y="172894"/>
                </a:lnTo>
                <a:lnTo>
                  <a:pt x="997630" y="170863"/>
                </a:lnTo>
                <a:lnTo>
                  <a:pt x="996270" y="168832"/>
                </a:lnTo>
                <a:lnTo>
                  <a:pt x="995363" y="167026"/>
                </a:lnTo>
                <a:lnTo>
                  <a:pt x="994682" y="164994"/>
                </a:lnTo>
                <a:lnTo>
                  <a:pt x="994229" y="162737"/>
                </a:lnTo>
                <a:lnTo>
                  <a:pt x="993775" y="160932"/>
                </a:lnTo>
                <a:lnTo>
                  <a:pt x="993775" y="158900"/>
                </a:lnTo>
                <a:lnTo>
                  <a:pt x="993775" y="79450"/>
                </a:lnTo>
                <a:lnTo>
                  <a:pt x="993775" y="77419"/>
                </a:lnTo>
                <a:lnTo>
                  <a:pt x="994229" y="75161"/>
                </a:lnTo>
                <a:lnTo>
                  <a:pt x="994682" y="73356"/>
                </a:lnTo>
                <a:lnTo>
                  <a:pt x="995363" y="71324"/>
                </a:lnTo>
                <a:lnTo>
                  <a:pt x="996270" y="69519"/>
                </a:lnTo>
                <a:lnTo>
                  <a:pt x="997630" y="67262"/>
                </a:lnTo>
                <a:lnTo>
                  <a:pt x="998991" y="65456"/>
                </a:lnTo>
                <a:lnTo>
                  <a:pt x="1000352" y="63425"/>
                </a:lnTo>
                <a:lnTo>
                  <a:pt x="1001939" y="61619"/>
                </a:lnTo>
                <a:lnTo>
                  <a:pt x="1003754" y="59587"/>
                </a:lnTo>
                <a:lnTo>
                  <a:pt x="1008289" y="55976"/>
                </a:lnTo>
                <a:lnTo>
                  <a:pt x="1013505" y="52139"/>
                </a:lnTo>
                <a:lnTo>
                  <a:pt x="1018948" y="48528"/>
                </a:lnTo>
                <a:lnTo>
                  <a:pt x="1025525" y="44916"/>
                </a:lnTo>
                <a:lnTo>
                  <a:pt x="1032782" y="41531"/>
                </a:lnTo>
                <a:lnTo>
                  <a:pt x="1040493" y="38145"/>
                </a:lnTo>
                <a:lnTo>
                  <a:pt x="1048884" y="34985"/>
                </a:lnTo>
                <a:lnTo>
                  <a:pt x="1057956" y="32051"/>
                </a:lnTo>
                <a:lnTo>
                  <a:pt x="1067481" y="28891"/>
                </a:lnTo>
                <a:lnTo>
                  <a:pt x="1077686" y="26182"/>
                </a:lnTo>
                <a:lnTo>
                  <a:pt x="1088345" y="23248"/>
                </a:lnTo>
                <a:lnTo>
                  <a:pt x="1099457" y="20765"/>
                </a:lnTo>
                <a:lnTo>
                  <a:pt x="1111477" y="18282"/>
                </a:lnTo>
                <a:lnTo>
                  <a:pt x="1123723" y="15800"/>
                </a:lnTo>
                <a:lnTo>
                  <a:pt x="1136197" y="13542"/>
                </a:lnTo>
                <a:lnTo>
                  <a:pt x="1149350" y="11511"/>
                </a:lnTo>
                <a:lnTo>
                  <a:pt x="1162957" y="9480"/>
                </a:lnTo>
                <a:lnTo>
                  <a:pt x="1176791" y="7900"/>
                </a:lnTo>
                <a:lnTo>
                  <a:pt x="1191079" y="6320"/>
                </a:lnTo>
                <a:lnTo>
                  <a:pt x="1205820" y="4965"/>
                </a:lnTo>
                <a:lnTo>
                  <a:pt x="1220788" y="3611"/>
                </a:lnTo>
                <a:lnTo>
                  <a:pt x="1236209" y="2708"/>
                </a:lnTo>
                <a:lnTo>
                  <a:pt x="1251857" y="1580"/>
                </a:lnTo>
                <a:lnTo>
                  <a:pt x="1267732" y="903"/>
                </a:lnTo>
                <a:lnTo>
                  <a:pt x="1283834" y="451"/>
                </a:lnTo>
                <a:lnTo>
                  <a:pt x="130016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D9B8CCC-1DED-4FE0-9755-119C81C66987}"/>
              </a:ext>
            </a:extLst>
          </p:cNvPr>
          <p:cNvSpPr txBox="1"/>
          <p:nvPr/>
        </p:nvSpPr>
        <p:spPr>
          <a:xfrm>
            <a:off x="363855" y="346075"/>
            <a:ext cx="3416320" cy="5232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什么是契约式编程？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2136000" y="1089000"/>
            <a:ext cx="7920000" cy="4680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 descr="3635311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88605" y="436245"/>
            <a:ext cx="2502535" cy="2502535"/>
          </a:xfrm>
          <a:prstGeom prst="rect">
            <a:avLst/>
          </a:prstGeom>
          <a:effectLst>
            <a:outerShdw blurRad="50800" dist="38100" dir="18900000" algn="b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</p:pic>
      <p:pic>
        <p:nvPicPr>
          <p:cNvPr id="7" name="图片 6" descr="3635245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16050" y="3298190"/>
            <a:ext cx="2299970" cy="2681605"/>
          </a:xfrm>
          <a:prstGeom prst="rect">
            <a:avLst/>
          </a:prstGeom>
          <a:effectLst>
            <a:outerShdw blurRad="50800" dist="38100" dir="18900000" algn="b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</p:pic>
      <p:sp>
        <p:nvSpPr>
          <p:cNvPr id="19" name="文本框 18"/>
          <p:cNvSpPr txBox="1"/>
          <p:nvPr/>
        </p:nvSpPr>
        <p:spPr>
          <a:xfrm>
            <a:off x="4623118" y="3839845"/>
            <a:ext cx="29457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5969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契约式编程的</a:t>
            </a:r>
            <a:endParaRPr lang="en-US" altLang="zh-CN" sz="2400" dirty="0">
              <a:solidFill>
                <a:srgbClr val="5969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2400" dirty="0">
                <a:solidFill>
                  <a:srgbClr val="5969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重点和规则</a:t>
            </a:r>
            <a:endParaRPr lang="zh-CN" altLang="en-US" sz="1200" dirty="0">
              <a:solidFill>
                <a:srgbClr val="5969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582920" y="2275840"/>
            <a:ext cx="1026160" cy="1321435"/>
            <a:chOff x="9338" y="3609"/>
            <a:chExt cx="1616" cy="2081"/>
          </a:xfrm>
        </p:grpSpPr>
        <p:sp>
          <p:nvSpPr>
            <p:cNvPr id="18" name="椭圆 17"/>
            <p:cNvSpPr/>
            <p:nvPr/>
          </p:nvSpPr>
          <p:spPr>
            <a:xfrm>
              <a:off x="9338" y="4074"/>
              <a:ext cx="1617" cy="1617"/>
            </a:xfrm>
            <a:prstGeom prst="ellipse">
              <a:avLst/>
            </a:prstGeom>
            <a:solidFill>
              <a:srgbClr val="8595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02</a:t>
              </a:r>
            </a:p>
          </p:txBody>
        </p:sp>
        <p:pic>
          <p:nvPicPr>
            <p:cNvPr id="10" name="图片 9" descr="3638564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448" y="3609"/>
              <a:ext cx="274" cy="1840"/>
            </a:xfrm>
            <a:prstGeom prst="rect">
              <a:avLst/>
            </a:prstGeom>
            <a:effectLst>
              <a:outerShdw blurRad="50800" dist="38100" dir="18900000" algn="b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</p:pic>
      </p:grp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409162" y="2091847"/>
            <a:ext cx="7804716" cy="37488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0" name="组合 29"/>
          <p:cNvGrpSpPr/>
          <p:nvPr/>
        </p:nvGrpSpPr>
        <p:grpSpPr>
          <a:xfrm>
            <a:off x="3175" y="160020"/>
            <a:ext cx="4558665" cy="740410"/>
            <a:chOff x="5" y="252"/>
            <a:chExt cx="7179" cy="1166"/>
          </a:xfrm>
        </p:grpSpPr>
        <p:pic>
          <p:nvPicPr>
            <p:cNvPr id="28" name="图片 27" descr="363305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6200000">
              <a:off x="-294" y="551"/>
              <a:ext cx="1166" cy="567"/>
            </a:xfrm>
            <a:prstGeom prst="rect">
              <a:avLst/>
            </a:prstGeom>
          </p:spPr>
        </p:pic>
        <p:sp>
          <p:nvSpPr>
            <p:cNvPr id="29" name="文本框 28"/>
            <p:cNvSpPr txBox="1"/>
            <p:nvPr/>
          </p:nvSpPr>
          <p:spPr>
            <a:xfrm>
              <a:off x="1016" y="543"/>
              <a:ext cx="6168" cy="582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契约式编程关注的重点</a:t>
              </a:r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——</a:t>
              </a: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前置条件</a:t>
              </a:r>
            </a:p>
          </p:txBody>
        </p:sp>
      </p:grpSp>
      <p:sp>
        <p:nvSpPr>
          <p:cNvPr id="5" name="矩形 4"/>
          <p:cNvSpPr/>
          <p:nvPr/>
        </p:nvSpPr>
        <p:spPr>
          <a:xfrm>
            <a:off x="3810" y="2091847"/>
            <a:ext cx="939165" cy="37488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D6C4886-BFFD-448D-A327-DDC4266E7264}"/>
              </a:ext>
            </a:extLst>
          </p:cNvPr>
          <p:cNvSpPr txBox="1"/>
          <p:nvPr/>
        </p:nvSpPr>
        <p:spPr>
          <a:xfrm>
            <a:off x="1405751" y="2546453"/>
            <a:ext cx="254063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前置条件：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对于函数来讲，期望所有调用它的模块都保证一定的进入条件，这样它就不用去处理不满足先验条件的情况，先验条件发生在每个函数的最开始。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E5D521D-018F-4BFB-BF7B-1A9B62BC34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3960" y="2642775"/>
            <a:ext cx="7040625" cy="266967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79415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409162" y="2091847"/>
            <a:ext cx="7804716" cy="37488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0" name="组合 29"/>
          <p:cNvGrpSpPr/>
          <p:nvPr/>
        </p:nvGrpSpPr>
        <p:grpSpPr>
          <a:xfrm>
            <a:off x="3175" y="160020"/>
            <a:ext cx="4558665" cy="740410"/>
            <a:chOff x="5" y="252"/>
            <a:chExt cx="7179" cy="1166"/>
          </a:xfrm>
        </p:grpSpPr>
        <p:pic>
          <p:nvPicPr>
            <p:cNvPr id="28" name="图片 27" descr="363305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6200000">
              <a:off x="-294" y="551"/>
              <a:ext cx="1166" cy="567"/>
            </a:xfrm>
            <a:prstGeom prst="rect">
              <a:avLst/>
            </a:prstGeom>
          </p:spPr>
        </p:pic>
        <p:sp>
          <p:nvSpPr>
            <p:cNvPr id="29" name="文本框 28"/>
            <p:cNvSpPr txBox="1"/>
            <p:nvPr/>
          </p:nvSpPr>
          <p:spPr>
            <a:xfrm>
              <a:off x="1016" y="543"/>
              <a:ext cx="6168" cy="582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契约式编程关注的重点</a:t>
              </a:r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——</a:t>
              </a: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后置条件</a:t>
              </a:r>
            </a:p>
          </p:txBody>
        </p:sp>
      </p:grpSp>
      <p:sp>
        <p:nvSpPr>
          <p:cNvPr id="5" name="矩形 4"/>
          <p:cNvSpPr/>
          <p:nvPr/>
        </p:nvSpPr>
        <p:spPr>
          <a:xfrm>
            <a:off x="3810" y="2091847"/>
            <a:ext cx="939165" cy="37488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D6C4886-BFFD-448D-A327-DDC4266E7264}"/>
              </a:ext>
            </a:extLst>
          </p:cNvPr>
          <p:cNvSpPr txBox="1"/>
          <p:nvPr/>
        </p:nvSpPr>
        <p:spPr>
          <a:xfrm>
            <a:off x="1427773" y="2238676"/>
            <a:ext cx="254063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后置条件：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保证退出时给出特定的属性，也就是说函数保证能做到的事情，函数完成时的状态，函数有这一事实表示它会结束，不会无休止的循环，后验条件发生在每个函数的最后。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84C6465-08F9-465F-8E3C-DC91C0EFCB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7648" y="2545866"/>
            <a:ext cx="7127743" cy="286349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96989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3175" y="160020"/>
            <a:ext cx="4327525" cy="740410"/>
            <a:chOff x="5" y="252"/>
            <a:chExt cx="6815" cy="1166"/>
          </a:xfrm>
        </p:grpSpPr>
        <p:pic>
          <p:nvPicPr>
            <p:cNvPr id="28" name="图片 27" descr="363305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6200000">
              <a:off x="-294" y="551"/>
              <a:ext cx="1166" cy="567"/>
            </a:xfrm>
            <a:prstGeom prst="rect">
              <a:avLst/>
            </a:prstGeom>
          </p:spPr>
        </p:pic>
        <p:sp>
          <p:nvSpPr>
            <p:cNvPr id="29" name="文本框 28"/>
            <p:cNvSpPr txBox="1"/>
            <p:nvPr/>
          </p:nvSpPr>
          <p:spPr>
            <a:xfrm>
              <a:off x="1016" y="543"/>
              <a:ext cx="5804" cy="582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契约式编程关注的重点</a:t>
              </a:r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——</a:t>
              </a: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不变式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4D6C4886-BFFD-448D-A327-DDC4266E7264}"/>
              </a:ext>
            </a:extLst>
          </p:cNvPr>
          <p:cNvSpPr txBox="1"/>
          <p:nvPr/>
        </p:nvSpPr>
        <p:spPr>
          <a:xfrm>
            <a:off x="1898831" y="1522035"/>
            <a:ext cx="782783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不变式：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在进入时假定，并在退出时保持一些特定的属性，不变式实际上是前置条件和后置条件的交集，违反这些操作会导致程序抛出异常。从调用者的角度来看，该条件总是为真，在函数的内部处理过程中，不变项可以为变，但在函数结束后，控制返回调用者时，不变项必须为真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2ED34CC-F6F5-4443-890B-6B7B9059E4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577" y="4563939"/>
            <a:ext cx="8394339" cy="124813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0454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 descr="3633058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-186690" y="349885"/>
            <a:ext cx="740410" cy="360045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489933" y="1255479"/>
            <a:ext cx="8832215" cy="935990"/>
            <a:chOff x="9451" y="2581"/>
            <a:chExt cx="13909" cy="1474"/>
          </a:xfrm>
        </p:grpSpPr>
        <p:cxnSp>
          <p:nvCxnSpPr>
            <p:cNvPr id="24" name="直接连接符 23"/>
            <p:cNvCxnSpPr/>
            <p:nvPr/>
          </p:nvCxnSpPr>
          <p:spPr>
            <a:xfrm flipH="1">
              <a:off x="9451" y="2581"/>
              <a:ext cx="15" cy="1474"/>
            </a:xfrm>
            <a:prstGeom prst="line">
              <a:avLst/>
            </a:prstGeom>
            <a:ln w="22225">
              <a:solidFill>
                <a:srgbClr val="59697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/>
            <p:cNvSpPr txBox="1"/>
            <p:nvPr/>
          </p:nvSpPr>
          <p:spPr>
            <a:xfrm>
              <a:off x="9649" y="2581"/>
              <a:ext cx="13711" cy="137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（</a:t>
              </a:r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1</a:t>
              </a: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）区分命令和查询。查询返回一个结果，但不改变对象的可见性质。命令改变对象的状态，但不一定返回结果。</a:t>
              </a: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848D7086-C3A6-4065-962F-13773F5C8BCF}"/>
              </a:ext>
            </a:extLst>
          </p:cNvPr>
          <p:cNvSpPr txBox="1"/>
          <p:nvPr/>
        </p:nvSpPr>
        <p:spPr>
          <a:xfrm>
            <a:off x="499458" y="372580"/>
            <a:ext cx="3057247" cy="5232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契约式编程的原则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CD084A5-A32B-41B6-AB01-9A36372AA5B4}"/>
              </a:ext>
            </a:extLst>
          </p:cNvPr>
          <p:cNvSpPr txBox="1"/>
          <p:nvPr/>
        </p:nvSpPr>
        <p:spPr>
          <a:xfrm>
            <a:off x="878709" y="2260099"/>
            <a:ext cx="8706485" cy="45890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比如</a:t>
            </a:r>
            <a:r>
              <a:rPr lang="en-US" altLang="zh-CN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MyGroup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类中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C0626B1-2A92-426E-8C42-6969B49739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38" y="3047264"/>
            <a:ext cx="4595164" cy="168086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CFBD1F8-2AC7-4312-BAFA-2546BBCC252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1064" y="2489553"/>
            <a:ext cx="6487398" cy="3480812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 descr="3633058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-186690" y="349885"/>
            <a:ext cx="740410" cy="360045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602667" y="923688"/>
            <a:ext cx="10269777" cy="1705610"/>
            <a:chOff x="9451" y="2087"/>
            <a:chExt cx="14104" cy="2686"/>
          </a:xfrm>
        </p:grpSpPr>
        <p:cxnSp>
          <p:nvCxnSpPr>
            <p:cNvPr id="24" name="直接连接符 23"/>
            <p:cNvCxnSpPr/>
            <p:nvPr/>
          </p:nvCxnSpPr>
          <p:spPr>
            <a:xfrm flipH="1">
              <a:off x="9451" y="2581"/>
              <a:ext cx="15" cy="1474"/>
            </a:xfrm>
            <a:prstGeom prst="line">
              <a:avLst/>
            </a:prstGeom>
            <a:ln w="22225">
              <a:solidFill>
                <a:srgbClr val="59697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/>
            <p:cNvSpPr txBox="1"/>
            <p:nvPr/>
          </p:nvSpPr>
          <p:spPr>
            <a:xfrm>
              <a:off x="9844" y="2087"/>
              <a:ext cx="13711" cy="268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（</a:t>
              </a:r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2</a:t>
              </a: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）将基本查询同派生查询分开。派生查询可以用基本查询来定义。</a:t>
              </a:r>
              <a:endParaRPr lang="en-US" altLang="zh-CN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  <a:p>
              <a:pPr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（</a:t>
              </a:r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3</a:t>
              </a: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）针对每个派生查询，设定一个后验条件，使用一个或多个基本查询的结果来定义它。这样我们只要知道基本查询的值，也就能知道派生查询的值。</a:t>
              </a: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848D7086-C3A6-4065-962F-13773F5C8BCF}"/>
              </a:ext>
            </a:extLst>
          </p:cNvPr>
          <p:cNvSpPr txBox="1"/>
          <p:nvPr/>
        </p:nvSpPr>
        <p:spPr>
          <a:xfrm>
            <a:off x="499458" y="372580"/>
            <a:ext cx="3057247" cy="5232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契约式编程的原则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583DC43-910E-4A5C-B6C0-9C886E8A27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1660" y="2845146"/>
            <a:ext cx="7348679" cy="337480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19412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 descr="3633058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-186690" y="349885"/>
            <a:ext cx="740410" cy="360045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489933" y="1255479"/>
            <a:ext cx="9709150" cy="935990"/>
            <a:chOff x="9451" y="2581"/>
            <a:chExt cx="15290" cy="1474"/>
          </a:xfrm>
        </p:grpSpPr>
        <p:cxnSp>
          <p:nvCxnSpPr>
            <p:cNvPr id="24" name="直接连接符 23"/>
            <p:cNvCxnSpPr/>
            <p:nvPr/>
          </p:nvCxnSpPr>
          <p:spPr>
            <a:xfrm flipH="1">
              <a:off x="9451" y="2581"/>
              <a:ext cx="15" cy="1474"/>
            </a:xfrm>
            <a:prstGeom prst="line">
              <a:avLst/>
            </a:prstGeom>
            <a:ln w="22225">
              <a:solidFill>
                <a:srgbClr val="59697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/>
            <p:cNvSpPr txBox="1"/>
            <p:nvPr/>
          </p:nvSpPr>
          <p:spPr>
            <a:xfrm>
              <a:off x="9649" y="2581"/>
              <a:ext cx="15092" cy="137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（</a:t>
              </a:r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4</a:t>
              </a: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） 对于每个命令都撰写一个后置条件，规定每个基本查询的值。结合“用基本查询定义派生查询”的原则，我们已经能够知道每个命令的全部可视效果。</a:t>
              </a: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848D7086-C3A6-4065-962F-13773F5C8BCF}"/>
              </a:ext>
            </a:extLst>
          </p:cNvPr>
          <p:cNvSpPr txBox="1"/>
          <p:nvPr/>
        </p:nvSpPr>
        <p:spPr>
          <a:xfrm>
            <a:off x="499458" y="372580"/>
            <a:ext cx="3057247" cy="5232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契约式编程的原则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EEA51D8-1DC3-480E-B852-B1D2CBFAF483}"/>
              </a:ext>
            </a:extLst>
          </p:cNvPr>
          <p:cNvSpPr txBox="1"/>
          <p:nvPr/>
        </p:nvSpPr>
        <p:spPr>
          <a:xfrm>
            <a:off x="1078434" y="2426337"/>
            <a:ext cx="6093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altLang="zh-CN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MyNetwork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类中的addRelation方法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71062B6-9A81-4E0C-A6C6-ADDF9C7292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434" y="3268628"/>
            <a:ext cx="10035132" cy="183030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68743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 descr="3633058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-186690" y="349885"/>
            <a:ext cx="740410" cy="360045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848D7086-C3A6-4065-962F-13773F5C8BCF}"/>
              </a:ext>
            </a:extLst>
          </p:cNvPr>
          <p:cNvSpPr txBox="1"/>
          <p:nvPr/>
        </p:nvSpPr>
        <p:spPr>
          <a:xfrm>
            <a:off x="499458" y="372580"/>
            <a:ext cx="3057247" cy="5232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契约式编程的原则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65BC583-CCE5-4225-8C9A-CAD66235F2DE}"/>
              </a:ext>
            </a:extLst>
          </p:cNvPr>
          <p:cNvGrpSpPr/>
          <p:nvPr/>
        </p:nvGrpSpPr>
        <p:grpSpPr>
          <a:xfrm>
            <a:off x="1338702" y="2347331"/>
            <a:ext cx="8832215" cy="935990"/>
            <a:chOff x="9451" y="2581"/>
            <a:chExt cx="13909" cy="1474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6214E967-07AA-4BB5-81D9-A5176CA42492}"/>
                </a:ext>
              </a:extLst>
            </p:cNvPr>
            <p:cNvCxnSpPr/>
            <p:nvPr/>
          </p:nvCxnSpPr>
          <p:spPr>
            <a:xfrm flipH="1">
              <a:off x="9451" y="2581"/>
              <a:ext cx="15" cy="1474"/>
            </a:xfrm>
            <a:prstGeom prst="line">
              <a:avLst/>
            </a:prstGeom>
            <a:ln w="22225">
              <a:solidFill>
                <a:srgbClr val="59697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434BDE0-499B-48B5-9FC3-C45D85B4D0B6}"/>
                </a:ext>
              </a:extLst>
            </p:cNvPr>
            <p:cNvSpPr txBox="1"/>
            <p:nvPr/>
          </p:nvSpPr>
          <p:spPr>
            <a:xfrm>
              <a:off x="9649" y="2581"/>
              <a:ext cx="13711" cy="137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（</a:t>
              </a:r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5</a:t>
              </a: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）对于每个查询和命令，采用一个合适的前置条件。前置条件限定了客户调用查询和命令的时机。</a:t>
              </a: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43F6EFCA-3C34-4E7A-8BFD-CAF65AF65DBF}"/>
              </a:ext>
            </a:extLst>
          </p:cNvPr>
          <p:cNvGrpSpPr/>
          <p:nvPr/>
        </p:nvGrpSpPr>
        <p:grpSpPr>
          <a:xfrm>
            <a:off x="1329177" y="3998693"/>
            <a:ext cx="8832215" cy="935990"/>
            <a:chOff x="9451" y="2581"/>
            <a:chExt cx="13909" cy="1474"/>
          </a:xfrm>
        </p:grpSpPr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FCD70D46-C331-4D38-984D-E20932D718CD}"/>
                </a:ext>
              </a:extLst>
            </p:cNvPr>
            <p:cNvCxnSpPr/>
            <p:nvPr/>
          </p:nvCxnSpPr>
          <p:spPr>
            <a:xfrm flipH="1">
              <a:off x="9451" y="2581"/>
              <a:ext cx="15" cy="1474"/>
            </a:xfrm>
            <a:prstGeom prst="line">
              <a:avLst/>
            </a:prstGeom>
            <a:ln w="22225">
              <a:solidFill>
                <a:srgbClr val="59697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1C27635B-B423-446F-8E37-CDBFCFD6D299}"/>
                </a:ext>
              </a:extLst>
            </p:cNvPr>
            <p:cNvSpPr txBox="1"/>
            <p:nvPr/>
          </p:nvSpPr>
          <p:spPr>
            <a:xfrm>
              <a:off x="9649" y="2581"/>
              <a:ext cx="13711" cy="137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（</a:t>
              </a:r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6</a:t>
              </a: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） 撰写不变式来定义对象的恒定特性。类是某种抽象的体现，应当将注意力集中在最重要的属性上，以帮助读者建立关于类抽象的正确概念模型。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224283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2136000" y="1089000"/>
            <a:ext cx="7920000" cy="4680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 descr="36353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8605" y="436245"/>
            <a:ext cx="2502535" cy="2502535"/>
          </a:xfrm>
          <a:prstGeom prst="rect">
            <a:avLst/>
          </a:prstGeom>
          <a:effectLst>
            <a:outerShdw blurRad="50800" dist="38100" dir="18900000" algn="b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</p:pic>
      <p:pic>
        <p:nvPicPr>
          <p:cNvPr id="7" name="图片 6" descr="363524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6050" y="3298190"/>
            <a:ext cx="2299970" cy="2681605"/>
          </a:xfrm>
          <a:prstGeom prst="rect">
            <a:avLst/>
          </a:prstGeom>
          <a:effectLst>
            <a:outerShdw blurRad="50800" dist="38100" dir="18900000" algn="b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</p:pic>
      <p:sp>
        <p:nvSpPr>
          <p:cNvPr id="19" name="文本框 18"/>
          <p:cNvSpPr txBox="1"/>
          <p:nvPr/>
        </p:nvSpPr>
        <p:spPr>
          <a:xfrm>
            <a:off x="4623118" y="3839845"/>
            <a:ext cx="29457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5969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防御式编程</a:t>
            </a:r>
            <a:endParaRPr lang="zh-CN" altLang="en-US" sz="1200" dirty="0">
              <a:solidFill>
                <a:srgbClr val="5969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582920" y="2275840"/>
            <a:ext cx="1026160" cy="1321435"/>
            <a:chOff x="9338" y="3609"/>
            <a:chExt cx="1616" cy="2081"/>
          </a:xfrm>
        </p:grpSpPr>
        <p:sp>
          <p:nvSpPr>
            <p:cNvPr id="18" name="椭圆 17"/>
            <p:cNvSpPr/>
            <p:nvPr/>
          </p:nvSpPr>
          <p:spPr>
            <a:xfrm>
              <a:off x="9338" y="4074"/>
              <a:ext cx="1617" cy="1617"/>
            </a:xfrm>
            <a:prstGeom prst="ellipse">
              <a:avLst/>
            </a:prstGeom>
            <a:solidFill>
              <a:srgbClr val="8595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03</a:t>
              </a:r>
            </a:p>
          </p:txBody>
        </p:sp>
        <p:pic>
          <p:nvPicPr>
            <p:cNvPr id="10" name="图片 9" descr="363856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448" y="3609"/>
              <a:ext cx="274" cy="1840"/>
            </a:xfrm>
            <a:prstGeom prst="rect">
              <a:avLst/>
            </a:prstGeom>
            <a:effectLst>
              <a:outerShdw blurRad="50800" dist="38100" dir="18900000" algn="b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</p:pic>
      </p:grp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 descr="3633058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-186690" y="349885"/>
            <a:ext cx="740410" cy="36004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7C0FAAE-FD98-417B-AFB0-F44FD848E7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1223" y="0"/>
            <a:ext cx="8749553" cy="685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382105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 descr="3633058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-186690" y="349885"/>
            <a:ext cx="740410" cy="36004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0DF76A2-0148-4827-852F-47B9002029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840" y="3429000"/>
            <a:ext cx="7040625" cy="266967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314913A-E5F1-49C1-827F-DC8578482CC6}"/>
              </a:ext>
            </a:extLst>
          </p:cNvPr>
          <p:cNvSpPr txBox="1"/>
          <p:nvPr/>
        </p:nvSpPr>
        <p:spPr>
          <a:xfrm>
            <a:off x="1242983" y="900113"/>
            <a:ext cx="9706033" cy="23083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核心思想</a:t>
            </a:r>
            <a:endParaRPr lang="en-US" altLang="zh-CN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子程序应该不因传入错误数据而被破坏，哪怕是由其他子程序产生的错误数据。这种思想是将可能出现的错误造成的影响控制在有限的范围内。</a:t>
            </a:r>
            <a:endParaRPr lang="en-US" altLang="zh-CN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en-US" altLang="zh-CN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《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代码大全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》—— 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坚固性是指在发现错误后，一个系统继续运行的能力。</a:t>
            </a:r>
          </a:p>
          <a:p>
            <a:br>
              <a:rPr lang="zh-CN" altLang="en-US" dirty="0"/>
            </a:b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EE2B393-8F50-494A-8BBF-40E5DED74BF2}"/>
              </a:ext>
            </a:extLst>
          </p:cNvPr>
          <p:cNvSpPr txBox="1"/>
          <p:nvPr/>
        </p:nvSpPr>
        <p:spPr>
          <a:xfrm>
            <a:off x="7943139" y="3926562"/>
            <a:ext cx="4870987" cy="2031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altLang="zh-CN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、检查所有来源于外部的数据的值。</a:t>
            </a:r>
            <a:endParaRPr lang="en-US" altLang="zh-CN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、检查子程序的所有输入参数的值。</a:t>
            </a:r>
            <a:endParaRPr lang="en-US" altLang="zh-CN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、决定如何处理错误的输入数据。</a:t>
            </a:r>
          </a:p>
          <a:p>
            <a:pPr algn="ctr"/>
            <a:br>
              <a:rPr lang="zh-CN" altLang="en-US" dirty="0"/>
            </a:b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164380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2136000" y="1089000"/>
            <a:ext cx="7920000" cy="4680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 descr="36353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8605" y="436245"/>
            <a:ext cx="2502535" cy="2502535"/>
          </a:xfrm>
          <a:prstGeom prst="rect">
            <a:avLst/>
          </a:prstGeom>
          <a:effectLst>
            <a:outerShdw blurRad="50800" dist="38100" dir="18900000" algn="b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</p:pic>
      <p:pic>
        <p:nvPicPr>
          <p:cNvPr id="7" name="图片 6" descr="363524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6050" y="3298190"/>
            <a:ext cx="2299970" cy="2681605"/>
          </a:xfrm>
          <a:prstGeom prst="rect">
            <a:avLst/>
          </a:prstGeom>
          <a:effectLst>
            <a:outerShdw blurRad="50800" dist="38100" dir="18900000" algn="b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</p:pic>
      <p:sp>
        <p:nvSpPr>
          <p:cNvPr id="19" name="文本框 18"/>
          <p:cNvSpPr txBox="1"/>
          <p:nvPr/>
        </p:nvSpPr>
        <p:spPr>
          <a:xfrm>
            <a:off x="4324963" y="3866162"/>
            <a:ext cx="35420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5969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防御式编程常见的技术</a:t>
            </a:r>
            <a:endParaRPr lang="zh-CN" altLang="en-US" sz="1200" dirty="0">
              <a:solidFill>
                <a:srgbClr val="5969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582920" y="2275840"/>
            <a:ext cx="1026160" cy="1321435"/>
            <a:chOff x="9338" y="3609"/>
            <a:chExt cx="1616" cy="2081"/>
          </a:xfrm>
        </p:grpSpPr>
        <p:sp>
          <p:nvSpPr>
            <p:cNvPr id="18" name="椭圆 17"/>
            <p:cNvSpPr/>
            <p:nvPr/>
          </p:nvSpPr>
          <p:spPr>
            <a:xfrm>
              <a:off x="9338" y="4074"/>
              <a:ext cx="1617" cy="1617"/>
            </a:xfrm>
            <a:prstGeom prst="ellipse">
              <a:avLst/>
            </a:prstGeom>
            <a:solidFill>
              <a:srgbClr val="8595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04</a:t>
              </a:r>
            </a:p>
          </p:txBody>
        </p:sp>
        <p:pic>
          <p:nvPicPr>
            <p:cNvPr id="10" name="图片 9" descr="363856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448" y="3609"/>
              <a:ext cx="274" cy="1840"/>
            </a:xfrm>
            <a:prstGeom prst="rect">
              <a:avLst/>
            </a:prstGeom>
            <a:effectLst>
              <a:outerShdw blurRad="50800" dist="38100" dir="18900000" algn="b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</p:pic>
      </p:grp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3175" y="160020"/>
            <a:ext cx="3134995" cy="740410"/>
            <a:chOff x="5" y="252"/>
            <a:chExt cx="4937" cy="1166"/>
          </a:xfrm>
        </p:grpSpPr>
        <p:pic>
          <p:nvPicPr>
            <p:cNvPr id="28" name="图片 27" descr="363305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6200000">
              <a:off x="-294" y="551"/>
              <a:ext cx="1166" cy="567"/>
            </a:xfrm>
            <a:prstGeom prst="rect">
              <a:avLst/>
            </a:prstGeom>
          </p:spPr>
        </p:pic>
        <p:sp>
          <p:nvSpPr>
            <p:cNvPr id="29" name="文本框 28"/>
            <p:cNvSpPr txBox="1"/>
            <p:nvPr/>
          </p:nvSpPr>
          <p:spPr>
            <a:xfrm>
              <a:off x="1016" y="543"/>
              <a:ext cx="3926" cy="582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防御式编程常见的技术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4D6C4886-BFFD-448D-A327-DDC4266E7264}"/>
              </a:ext>
            </a:extLst>
          </p:cNvPr>
          <p:cNvSpPr txBox="1"/>
          <p:nvPr/>
        </p:nvSpPr>
        <p:spPr>
          <a:xfrm>
            <a:off x="645160" y="1258989"/>
            <a:ext cx="936312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断言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断言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(assertion)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是一种在程序中的一阶逻辑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如：一个结果为真或假的逻辑判断式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，目的为了表示与验证软件开发者预期的结果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当程序执行到断言的位置时，对应的断言应该为真。若断言不为真时，程序会中止执行，并给出错误信息。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可以使用断言来验证在程序中作出的假设并排除意外情况。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一个断言函数往往带有两个内容：假设为真时的布尔表达式和一个为假时要打印出来的信息。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如果所开发的软件是供自己使用的，那么把它保留在程序中并无大碍。但是，如果是一个商用软件，那么断言留在程序中，则会影响其速度和占用空间等性能指标。在这种情况下，应事先作好计划，避免调试信息混在程序中。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518494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3175" y="160020"/>
            <a:ext cx="4765040" cy="740410"/>
            <a:chOff x="5" y="252"/>
            <a:chExt cx="7504" cy="1166"/>
          </a:xfrm>
        </p:grpSpPr>
        <p:pic>
          <p:nvPicPr>
            <p:cNvPr id="28" name="图片 27" descr="363305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6200000">
              <a:off x="-294" y="551"/>
              <a:ext cx="1166" cy="567"/>
            </a:xfrm>
            <a:prstGeom prst="rect">
              <a:avLst/>
            </a:prstGeom>
          </p:spPr>
        </p:pic>
        <p:sp>
          <p:nvSpPr>
            <p:cNvPr id="29" name="文本框 28"/>
            <p:cNvSpPr txBox="1"/>
            <p:nvPr/>
          </p:nvSpPr>
          <p:spPr>
            <a:xfrm>
              <a:off x="1016" y="543"/>
              <a:ext cx="6493" cy="582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防御式编程常见的技术 </a:t>
              </a:r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—— </a:t>
              </a: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错误处理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063C47A7-4F6D-4B38-ABB0-681220E5B7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379" y="900113"/>
            <a:ext cx="9567242" cy="56753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747454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3175" y="160020"/>
            <a:ext cx="3134995" cy="740410"/>
            <a:chOff x="5" y="252"/>
            <a:chExt cx="4937" cy="1166"/>
          </a:xfrm>
        </p:grpSpPr>
        <p:pic>
          <p:nvPicPr>
            <p:cNvPr id="28" name="图片 27" descr="363305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6200000">
              <a:off x="-294" y="551"/>
              <a:ext cx="1166" cy="567"/>
            </a:xfrm>
            <a:prstGeom prst="rect">
              <a:avLst/>
            </a:prstGeom>
          </p:spPr>
        </p:pic>
        <p:sp>
          <p:nvSpPr>
            <p:cNvPr id="29" name="文本框 28"/>
            <p:cNvSpPr txBox="1"/>
            <p:nvPr/>
          </p:nvSpPr>
          <p:spPr>
            <a:xfrm>
              <a:off x="1016" y="543"/>
              <a:ext cx="3926" cy="582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防御式编程常见的技术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4D6C4886-BFFD-448D-A327-DDC4266E7264}"/>
              </a:ext>
            </a:extLst>
          </p:cNvPr>
          <p:cNvSpPr txBox="1"/>
          <p:nvPr/>
        </p:nvSpPr>
        <p:spPr>
          <a:xfrm>
            <a:off x="645160" y="1258989"/>
            <a:ext cx="936312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在结构中阐明处理错误的策略是十分必要的。以下是些需要考虑的问题：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错误处理是纠正还是仅仅测试错误？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错误测试是主动的还是被动的？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程序是怎样对付错误的？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处理错误信息的约定是什么呢？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在程序中，应该在哪一个层次上处理错误呢？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437009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3175" y="160020"/>
            <a:ext cx="4765040" cy="740410"/>
            <a:chOff x="5" y="252"/>
            <a:chExt cx="7504" cy="1166"/>
          </a:xfrm>
        </p:grpSpPr>
        <p:pic>
          <p:nvPicPr>
            <p:cNvPr id="28" name="图片 27" descr="363305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6200000">
              <a:off x="-294" y="551"/>
              <a:ext cx="1166" cy="567"/>
            </a:xfrm>
            <a:prstGeom prst="rect">
              <a:avLst/>
            </a:prstGeom>
          </p:spPr>
        </p:pic>
        <p:sp>
          <p:nvSpPr>
            <p:cNvPr id="29" name="文本框 28"/>
            <p:cNvSpPr txBox="1"/>
            <p:nvPr/>
          </p:nvSpPr>
          <p:spPr>
            <a:xfrm>
              <a:off x="1016" y="543"/>
              <a:ext cx="6493" cy="582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防御式编程常见的技术 </a:t>
              </a:r>
              <a:r>
                <a:rPr lang="en-US" altLang="zh-CN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—— </a:t>
              </a:r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错误处理</a:t>
              </a: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6B126E32-DDE0-44A3-A836-0863DDA735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716" y="1062298"/>
            <a:ext cx="11564568" cy="473340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468651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/>
          <p:cNvGrpSpPr/>
          <p:nvPr/>
        </p:nvGrpSpPr>
        <p:grpSpPr>
          <a:xfrm>
            <a:off x="3175" y="160020"/>
            <a:ext cx="3134995" cy="740410"/>
            <a:chOff x="5" y="252"/>
            <a:chExt cx="4937" cy="1166"/>
          </a:xfrm>
        </p:grpSpPr>
        <p:pic>
          <p:nvPicPr>
            <p:cNvPr id="28" name="图片 27" descr="363305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6200000">
              <a:off x="-294" y="551"/>
              <a:ext cx="1166" cy="567"/>
            </a:xfrm>
            <a:prstGeom prst="rect">
              <a:avLst/>
            </a:prstGeom>
          </p:spPr>
        </p:pic>
        <p:sp>
          <p:nvSpPr>
            <p:cNvPr id="29" name="文本框 28"/>
            <p:cNvSpPr txBox="1"/>
            <p:nvPr/>
          </p:nvSpPr>
          <p:spPr>
            <a:xfrm>
              <a:off x="1016" y="543"/>
              <a:ext cx="3926" cy="582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防御式编程常见的技术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4D6C4886-BFFD-448D-A327-DDC4266E7264}"/>
              </a:ext>
            </a:extLst>
          </p:cNvPr>
          <p:cNvSpPr txBox="1"/>
          <p:nvPr/>
        </p:nvSpPr>
        <p:spPr>
          <a:xfrm>
            <a:off x="645160" y="1258989"/>
            <a:ext cx="936312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异常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抛出的异常也是程序接口的一部分，代码应抛回一个与其所在类的接口相一致的异常，并且在异常消息中加入关于导致异常发生的全部信息：确保消息中含有为理解异常抛出原因所需的信息，如数组下标错误。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DC52702-CC01-4532-9E46-72BE0002D8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008" y="3216539"/>
            <a:ext cx="6786643" cy="311669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880526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2136000" y="1089000"/>
            <a:ext cx="7920000" cy="4680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 descr="36353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8605" y="436245"/>
            <a:ext cx="2502535" cy="2502535"/>
          </a:xfrm>
          <a:prstGeom prst="rect">
            <a:avLst/>
          </a:prstGeom>
          <a:effectLst>
            <a:outerShdw blurRad="50800" dist="38100" dir="18900000" algn="b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</p:pic>
      <p:pic>
        <p:nvPicPr>
          <p:cNvPr id="15" name="图片 14" descr="363524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6050" y="3298190"/>
            <a:ext cx="2299970" cy="2681605"/>
          </a:xfrm>
          <a:prstGeom prst="rect">
            <a:avLst/>
          </a:prstGeom>
          <a:effectLst>
            <a:outerShdw blurRad="50800" dist="38100" dir="18900000" algn="b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</p:pic>
      <p:sp>
        <p:nvSpPr>
          <p:cNvPr id="4" name="文本框 3"/>
          <p:cNvSpPr txBox="1"/>
          <p:nvPr/>
        </p:nvSpPr>
        <p:spPr>
          <a:xfrm>
            <a:off x="4663440" y="3075057"/>
            <a:ext cx="2865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000" b="1" dirty="0">
                <a:solidFill>
                  <a:srgbClr val="5969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谢谢观看</a:t>
            </a:r>
            <a:endParaRPr lang="zh-CN" altLang="en-US" b="1" dirty="0">
              <a:solidFill>
                <a:srgbClr val="5969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SLIDE_ID" val="custom20187308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SLIDE_ID" val="custom20187308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SLIDE_ID" val="custom20187308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SLIDE_ID" val="custom20187308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SLIDE_ID" val="custom20187308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SLIDE_ID" val="custom20187308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SLIDE_ID" val="custom20187308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SLIDE_ID" val="custom20187308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SLIDE_ID" val="custom20187308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SLIDE_ID" val="custom20187308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SLIDE_ID" val="custom20187308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SLIDE_ID" val="custom20187308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SLIDE_ID" val="custom20187308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SLIDE_ID" val="custom20187308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SLIDE_ID" val="custom20187308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SLIDE_ID" val="custom20187308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SLIDE_ID" val="custom20187308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SLIDE_ID" val="custom20187308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SLIDE_ID" val="custom20187308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SLIDE_ID" val="custom20187308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SLIDE_ID" val="custom20187308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SLIDE_ID" val="custom20187308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610</TotalTime>
  <Words>1026</Words>
  <Application>Microsoft Office PowerPoint</Application>
  <PresentationFormat>宽屏</PresentationFormat>
  <Paragraphs>114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7" baseType="lpstr">
      <vt:lpstr>-apple-system</vt:lpstr>
      <vt:lpstr>微软雅黑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H19963508956@163.com</cp:lastModifiedBy>
  <cp:revision>62</cp:revision>
  <dcterms:created xsi:type="dcterms:W3CDTF">2019-05-09T02:07:00Z</dcterms:created>
  <dcterms:modified xsi:type="dcterms:W3CDTF">2022-05-19T00:30:50Z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2052-11.1.0.9292</vt:lpwstr>
  </property>
</Properties>
</file>